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9"/>
  </p:notesMasterIdLst>
  <p:sldIdLst>
    <p:sldId id="256" r:id="rId2"/>
    <p:sldId id="262" r:id="rId3"/>
    <p:sldId id="314" r:id="rId4"/>
    <p:sldId id="328" r:id="rId5"/>
    <p:sldId id="320" r:id="rId6"/>
    <p:sldId id="329" r:id="rId7"/>
    <p:sldId id="321" r:id="rId8"/>
    <p:sldId id="322" r:id="rId9"/>
    <p:sldId id="330" r:id="rId10"/>
    <p:sldId id="323" r:id="rId11"/>
    <p:sldId id="324" r:id="rId12"/>
    <p:sldId id="325" r:id="rId13"/>
    <p:sldId id="331" r:id="rId14"/>
    <p:sldId id="326" r:id="rId15"/>
    <p:sldId id="327" r:id="rId16"/>
    <p:sldId id="313" r:id="rId17"/>
    <p:sldId id="259" r:id="rId18"/>
  </p:sldIdLst>
  <p:sldSz cx="9144000" cy="5143500" type="screen16x9"/>
  <p:notesSz cx="6858000" cy="9144000"/>
  <p:embeddedFontLst>
    <p:embeddedFont>
      <p:font typeface="Dela Gothic One" panose="020B0604020202020204" charset="-128"/>
      <p:regular r:id="rId20"/>
    </p:embeddedFont>
    <p:embeddedFont>
      <p:font typeface="Nunito Light" pitchFamily="2" charset="0"/>
      <p:regular r:id="rId21"/>
      <p:italic r:id="rId22"/>
    </p:embeddedFont>
    <p:embeddedFont>
      <p:font typeface="Nunito Medium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E42DC5-FA39-4FEC-B2FC-4065E1A568EC}">
  <a:tblStyle styleId="{1AE42DC5-FA39-4FEC-B2FC-4065E1A568E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39" name="Google Shape;33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11" name="Google Shape;111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0D90FB15-B7E9-B275-A726-912AFA41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9A4AC889-E0C2-276D-B9C3-F0D1BA071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148EF1E3-B366-93A8-8EE8-F8F3405BFD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978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182A37D2-A9B6-4EA8-32C7-460C5720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6AC7EB66-9B04-086A-D50D-18B50D0F9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8ADBAB1-6DFD-5CB0-E6B2-8E4C52183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244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DA43C2E1-5C71-6D4E-1DC5-8DFEF5DB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416B9879-AB8F-D590-3406-BCC5FF30A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D5748332-5C17-B707-A0BA-9CA1277DC8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10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26A61ADF-CEC1-5D08-9C35-599A1AA1C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09BD64BA-C6B8-97F4-A724-01ECC2F43F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FB7CBB0C-F02C-1556-5D7B-4F33BD767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5965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2B28CF9C-7580-63CF-B611-5B23C3A4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82BB5A1F-408C-1C50-B0FE-F09CF0FDC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3F010D61-27B7-D104-C08A-1373F00A0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7248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14AE80DB-D08B-A827-6391-8D22E848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08DB37F4-0DFE-3FC1-2BD1-9E5376773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187349A9-7781-EA66-9143-8CF5473B2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464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8A2CF937-DBE3-A867-FAF5-FA02BC3FA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415BD62A-6C6A-E4BD-83A1-D98384E33A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D75BFEE-0DFC-AE5E-A471-ECE267ECA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479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78715229-D8D9-8C96-31F3-39B4C686C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EB02B37E-AAFE-8161-320D-61741B567C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B63E9EEA-332C-1CF1-71FC-7792F7B21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1018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6F9305D0-FAD6-DB6E-27E9-62CF047A4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91099AA8-9AF1-1E26-F0BB-AA82DE3D7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696D8572-72DD-FFA2-B15B-F78531FCFC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3525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1C417F05-EEDA-17A3-AF47-2E0C73C43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826BE30F-88F1-5B17-8F89-F1447B0BC4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44FF5DFB-5956-A99C-8817-10F6CDF0C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7443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64AB9971-9D43-71A7-74D1-38440DF4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D37E0DFE-A0D6-9AB5-344D-284453D8A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185DAAAE-ED77-C6B2-8C24-7BDEE04829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05623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234623A7-AEB6-359E-C1A9-5B5A285A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15AD7344-D476-E0BD-CFED-33ED93ED8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0D50C9AA-5EAB-7251-9891-BDABCAB86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8772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AEE2BB4F-962F-4A33-AFDC-3CC0EF18F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3157A304-9E5F-E981-0ADD-ECD93E05A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481B4982-9A2E-9A54-68C7-D81350245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5866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>
          <a:extLst>
            <a:ext uri="{FF2B5EF4-FFF2-40B4-BE49-F238E27FC236}">
              <a16:creationId xmlns:a16="http://schemas.microsoft.com/office/drawing/2014/main" id="{FF1DDD73-E434-AB69-01A8-E4D24A997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>
            <a:extLst>
              <a:ext uri="{FF2B5EF4-FFF2-40B4-BE49-F238E27FC236}">
                <a16:creationId xmlns:a16="http://schemas.microsoft.com/office/drawing/2014/main" id="{FEAABC03-4FE9-9796-04F1-C1C9093312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>
            <a:extLst>
              <a:ext uri="{FF2B5EF4-FFF2-40B4-BE49-F238E27FC236}">
                <a16:creationId xmlns:a16="http://schemas.microsoft.com/office/drawing/2014/main" id="{EF0EF5C0-707D-6AD9-C6AF-1BDC2B227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5878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04" name="Google Shape;804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79100" y="3995951"/>
            <a:ext cx="4120107" cy="965226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179100" y="182700"/>
            <a:ext cx="2724814" cy="1170368"/>
          </a:xfrm>
          <a:custGeom>
            <a:avLst/>
            <a:gdLst/>
            <a:ahLst/>
            <a:cxnLst/>
            <a:rect l="l" t="t" r="r" b="b"/>
            <a:pathLst>
              <a:path w="17431" h="7487" extrusionOk="0">
                <a:moveTo>
                  <a:pt x="1" y="0"/>
                </a:moveTo>
                <a:lnTo>
                  <a:pt x="1" y="5068"/>
                </a:lnTo>
                <a:lnTo>
                  <a:pt x="615" y="5605"/>
                </a:lnTo>
                <a:lnTo>
                  <a:pt x="1306" y="6104"/>
                </a:lnTo>
                <a:lnTo>
                  <a:pt x="1997" y="6527"/>
                </a:lnTo>
                <a:lnTo>
                  <a:pt x="2726" y="6911"/>
                </a:lnTo>
                <a:lnTo>
                  <a:pt x="3494" y="7179"/>
                </a:lnTo>
                <a:lnTo>
                  <a:pt x="3878" y="7294"/>
                </a:lnTo>
                <a:lnTo>
                  <a:pt x="4300" y="7371"/>
                </a:lnTo>
                <a:lnTo>
                  <a:pt x="4684" y="7448"/>
                </a:lnTo>
                <a:lnTo>
                  <a:pt x="5068" y="7448"/>
                </a:lnTo>
                <a:lnTo>
                  <a:pt x="5491" y="7486"/>
                </a:lnTo>
                <a:lnTo>
                  <a:pt x="5874" y="7448"/>
                </a:lnTo>
                <a:lnTo>
                  <a:pt x="6258" y="7410"/>
                </a:lnTo>
                <a:lnTo>
                  <a:pt x="6642" y="7294"/>
                </a:lnTo>
                <a:lnTo>
                  <a:pt x="7026" y="7179"/>
                </a:lnTo>
                <a:lnTo>
                  <a:pt x="7372" y="7026"/>
                </a:lnTo>
                <a:lnTo>
                  <a:pt x="7679" y="6872"/>
                </a:lnTo>
                <a:lnTo>
                  <a:pt x="7986" y="6680"/>
                </a:lnTo>
                <a:lnTo>
                  <a:pt x="8524" y="6296"/>
                </a:lnTo>
                <a:lnTo>
                  <a:pt x="9023" y="5836"/>
                </a:lnTo>
                <a:lnTo>
                  <a:pt x="9483" y="5336"/>
                </a:lnTo>
                <a:lnTo>
                  <a:pt x="10405" y="4300"/>
                </a:lnTo>
                <a:lnTo>
                  <a:pt x="10865" y="3801"/>
                </a:lnTo>
                <a:lnTo>
                  <a:pt x="11364" y="3302"/>
                </a:lnTo>
                <a:lnTo>
                  <a:pt x="11748" y="3033"/>
                </a:lnTo>
                <a:lnTo>
                  <a:pt x="12132" y="2726"/>
                </a:lnTo>
                <a:lnTo>
                  <a:pt x="12555" y="2495"/>
                </a:lnTo>
                <a:lnTo>
                  <a:pt x="12977" y="2265"/>
                </a:lnTo>
                <a:lnTo>
                  <a:pt x="13399" y="2073"/>
                </a:lnTo>
                <a:lnTo>
                  <a:pt x="13860" y="1920"/>
                </a:lnTo>
                <a:lnTo>
                  <a:pt x="14321" y="1766"/>
                </a:lnTo>
                <a:lnTo>
                  <a:pt x="14781" y="1651"/>
                </a:lnTo>
                <a:lnTo>
                  <a:pt x="15396" y="1536"/>
                </a:lnTo>
                <a:lnTo>
                  <a:pt x="16010" y="1420"/>
                </a:lnTo>
                <a:lnTo>
                  <a:pt x="16317" y="1305"/>
                </a:lnTo>
                <a:lnTo>
                  <a:pt x="16586" y="1190"/>
                </a:lnTo>
                <a:lnTo>
                  <a:pt x="16855" y="998"/>
                </a:lnTo>
                <a:lnTo>
                  <a:pt x="17046" y="806"/>
                </a:lnTo>
                <a:lnTo>
                  <a:pt x="17200" y="614"/>
                </a:lnTo>
                <a:lnTo>
                  <a:pt x="17277" y="422"/>
                </a:lnTo>
                <a:lnTo>
                  <a:pt x="17354" y="192"/>
                </a:lnTo>
                <a:lnTo>
                  <a:pt x="1743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122437" y="182703"/>
            <a:ext cx="1842462" cy="1315899"/>
          </a:xfrm>
          <a:custGeom>
            <a:avLst/>
            <a:gdLst/>
            <a:ahLst/>
            <a:cxnLst/>
            <a:rect l="l" t="t" r="r" b="b"/>
            <a:pathLst>
              <a:path w="7257" h="5183" extrusionOk="0">
                <a:moveTo>
                  <a:pt x="116" y="0"/>
                </a:moveTo>
                <a:lnTo>
                  <a:pt x="39" y="422"/>
                </a:lnTo>
                <a:lnTo>
                  <a:pt x="0" y="845"/>
                </a:lnTo>
                <a:lnTo>
                  <a:pt x="39" y="1267"/>
                </a:lnTo>
                <a:lnTo>
                  <a:pt x="77" y="1497"/>
                </a:lnTo>
                <a:lnTo>
                  <a:pt x="154" y="1689"/>
                </a:lnTo>
                <a:lnTo>
                  <a:pt x="346" y="1958"/>
                </a:lnTo>
                <a:lnTo>
                  <a:pt x="538" y="2150"/>
                </a:lnTo>
                <a:lnTo>
                  <a:pt x="768" y="2342"/>
                </a:lnTo>
                <a:lnTo>
                  <a:pt x="1037" y="2534"/>
                </a:lnTo>
                <a:lnTo>
                  <a:pt x="1344" y="2649"/>
                </a:lnTo>
                <a:lnTo>
                  <a:pt x="1651" y="2764"/>
                </a:lnTo>
                <a:lnTo>
                  <a:pt x="2266" y="2918"/>
                </a:lnTo>
                <a:lnTo>
                  <a:pt x="2880" y="3033"/>
                </a:lnTo>
                <a:lnTo>
                  <a:pt x="3494" y="3187"/>
                </a:lnTo>
                <a:lnTo>
                  <a:pt x="3801" y="3263"/>
                </a:lnTo>
                <a:lnTo>
                  <a:pt x="4108" y="3378"/>
                </a:lnTo>
                <a:lnTo>
                  <a:pt x="4377" y="3532"/>
                </a:lnTo>
                <a:lnTo>
                  <a:pt x="4646" y="3686"/>
                </a:lnTo>
                <a:lnTo>
                  <a:pt x="4991" y="4031"/>
                </a:lnTo>
                <a:lnTo>
                  <a:pt x="5375" y="4415"/>
                </a:lnTo>
                <a:lnTo>
                  <a:pt x="5567" y="4569"/>
                </a:lnTo>
                <a:lnTo>
                  <a:pt x="5798" y="4722"/>
                </a:lnTo>
                <a:lnTo>
                  <a:pt x="5990" y="4837"/>
                </a:lnTo>
                <a:lnTo>
                  <a:pt x="6258" y="4953"/>
                </a:lnTo>
                <a:lnTo>
                  <a:pt x="6757" y="5106"/>
                </a:lnTo>
                <a:lnTo>
                  <a:pt x="7256" y="5183"/>
                </a:lnTo>
                <a:lnTo>
                  <a:pt x="7256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flipH="1">
            <a:off x="6314553" y="4341851"/>
            <a:ext cx="2643599" cy="619325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713225" y="1502938"/>
            <a:ext cx="3871200" cy="170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713225" y="3240963"/>
            <a:ext cx="3871200" cy="3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 rot="10800000" flipH="1">
            <a:off x="179103" y="182701"/>
            <a:ext cx="2643599" cy="619325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10800000">
            <a:off x="179100" y="3957653"/>
            <a:ext cx="4130339" cy="1003147"/>
          </a:xfrm>
          <a:custGeom>
            <a:avLst/>
            <a:gdLst/>
            <a:ahLst/>
            <a:cxnLst/>
            <a:rect l="l" t="t" r="r" b="b"/>
            <a:pathLst>
              <a:path w="17392" h="4224" extrusionOk="0">
                <a:moveTo>
                  <a:pt x="0" y="0"/>
                </a:moveTo>
                <a:lnTo>
                  <a:pt x="116" y="384"/>
                </a:lnTo>
                <a:lnTo>
                  <a:pt x="269" y="729"/>
                </a:lnTo>
                <a:lnTo>
                  <a:pt x="499" y="1075"/>
                </a:lnTo>
                <a:lnTo>
                  <a:pt x="768" y="1382"/>
                </a:lnTo>
                <a:lnTo>
                  <a:pt x="1037" y="1651"/>
                </a:lnTo>
                <a:lnTo>
                  <a:pt x="1382" y="1843"/>
                </a:lnTo>
                <a:lnTo>
                  <a:pt x="1728" y="2035"/>
                </a:lnTo>
                <a:lnTo>
                  <a:pt x="2112" y="2188"/>
                </a:lnTo>
                <a:lnTo>
                  <a:pt x="2573" y="2265"/>
                </a:lnTo>
                <a:lnTo>
                  <a:pt x="3033" y="2342"/>
                </a:lnTo>
                <a:lnTo>
                  <a:pt x="3955" y="2419"/>
                </a:lnTo>
                <a:lnTo>
                  <a:pt x="4876" y="2457"/>
                </a:lnTo>
                <a:lnTo>
                  <a:pt x="5798" y="2457"/>
                </a:lnTo>
                <a:lnTo>
                  <a:pt x="6719" y="2495"/>
                </a:lnTo>
                <a:lnTo>
                  <a:pt x="7602" y="2572"/>
                </a:lnTo>
                <a:lnTo>
                  <a:pt x="8063" y="2611"/>
                </a:lnTo>
                <a:lnTo>
                  <a:pt x="8523" y="2687"/>
                </a:lnTo>
                <a:lnTo>
                  <a:pt x="8946" y="2803"/>
                </a:lnTo>
                <a:lnTo>
                  <a:pt x="9368" y="2956"/>
                </a:lnTo>
                <a:lnTo>
                  <a:pt x="10021" y="3225"/>
                </a:lnTo>
                <a:lnTo>
                  <a:pt x="10635" y="3532"/>
                </a:lnTo>
                <a:lnTo>
                  <a:pt x="11249" y="3801"/>
                </a:lnTo>
                <a:lnTo>
                  <a:pt x="11863" y="4070"/>
                </a:lnTo>
                <a:lnTo>
                  <a:pt x="12247" y="4146"/>
                </a:lnTo>
                <a:lnTo>
                  <a:pt x="12631" y="4185"/>
                </a:lnTo>
                <a:lnTo>
                  <a:pt x="13015" y="4223"/>
                </a:lnTo>
                <a:lnTo>
                  <a:pt x="13399" y="4185"/>
                </a:lnTo>
                <a:lnTo>
                  <a:pt x="13783" y="4146"/>
                </a:lnTo>
                <a:lnTo>
                  <a:pt x="14167" y="4070"/>
                </a:lnTo>
                <a:lnTo>
                  <a:pt x="14551" y="3916"/>
                </a:lnTo>
                <a:lnTo>
                  <a:pt x="14896" y="3801"/>
                </a:lnTo>
                <a:lnTo>
                  <a:pt x="15242" y="3609"/>
                </a:lnTo>
                <a:lnTo>
                  <a:pt x="15587" y="3378"/>
                </a:lnTo>
                <a:lnTo>
                  <a:pt x="15895" y="3148"/>
                </a:lnTo>
                <a:lnTo>
                  <a:pt x="16202" y="2918"/>
                </a:lnTo>
                <a:lnTo>
                  <a:pt x="16432" y="2611"/>
                </a:lnTo>
                <a:lnTo>
                  <a:pt x="16701" y="2304"/>
                </a:lnTo>
                <a:lnTo>
                  <a:pt x="16893" y="1996"/>
                </a:lnTo>
                <a:lnTo>
                  <a:pt x="17046" y="1651"/>
                </a:lnTo>
                <a:lnTo>
                  <a:pt x="17200" y="1229"/>
                </a:lnTo>
                <a:lnTo>
                  <a:pt x="17315" y="845"/>
                </a:lnTo>
                <a:lnTo>
                  <a:pt x="17353" y="422"/>
                </a:lnTo>
                <a:lnTo>
                  <a:pt x="17392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 flipH="1">
            <a:off x="7487446" y="182700"/>
            <a:ext cx="1477454" cy="1359245"/>
          </a:xfrm>
          <a:custGeom>
            <a:avLst/>
            <a:gdLst/>
            <a:ahLst/>
            <a:cxnLst/>
            <a:rect l="l" t="t" r="r" b="b"/>
            <a:pathLst>
              <a:path w="9599" h="8831" extrusionOk="0">
                <a:moveTo>
                  <a:pt x="1" y="0"/>
                </a:moveTo>
                <a:lnTo>
                  <a:pt x="1" y="8830"/>
                </a:lnTo>
                <a:lnTo>
                  <a:pt x="269" y="8830"/>
                </a:lnTo>
                <a:lnTo>
                  <a:pt x="538" y="8792"/>
                </a:lnTo>
                <a:lnTo>
                  <a:pt x="807" y="8754"/>
                </a:lnTo>
                <a:lnTo>
                  <a:pt x="1076" y="8639"/>
                </a:lnTo>
                <a:lnTo>
                  <a:pt x="1460" y="8408"/>
                </a:lnTo>
                <a:lnTo>
                  <a:pt x="1805" y="8139"/>
                </a:lnTo>
                <a:lnTo>
                  <a:pt x="2074" y="7832"/>
                </a:lnTo>
                <a:lnTo>
                  <a:pt x="2381" y="7448"/>
                </a:lnTo>
                <a:lnTo>
                  <a:pt x="2650" y="7064"/>
                </a:lnTo>
                <a:lnTo>
                  <a:pt x="2765" y="6911"/>
                </a:lnTo>
                <a:lnTo>
                  <a:pt x="2957" y="6757"/>
                </a:lnTo>
                <a:lnTo>
                  <a:pt x="3187" y="6642"/>
                </a:lnTo>
                <a:lnTo>
                  <a:pt x="3418" y="6527"/>
                </a:lnTo>
                <a:lnTo>
                  <a:pt x="3686" y="6489"/>
                </a:lnTo>
                <a:lnTo>
                  <a:pt x="3917" y="6489"/>
                </a:lnTo>
                <a:lnTo>
                  <a:pt x="4416" y="6450"/>
                </a:lnTo>
                <a:lnTo>
                  <a:pt x="4915" y="6489"/>
                </a:lnTo>
                <a:lnTo>
                  <a:pt x="6335" y="6489"/>
                </a:lnTo>
                <a:lnTo>
                  <a:pt x="6834" y="6412"/>
                </a:lnTo>
                <a:lnTo>
                  <a:pt x="7257" y="6335"/>
                </a:lnTo>
                <a:lnTo>
                  <a:pt x="7717" y="6143"/>
                </a:lnTo>
                <a:lnTo>
                  <a:pt x="7986" y="5990"/>
                </a:lnTo>
                <a:lnTo>
                  <a:pt x="8255" y="5798"/>
                </a:lnTo>
                <a:lnTo>
                  <a:pt x="8524" y="5567"/>
                </a:lnTo>
                <a:lnTo>
                  <a:pt x="8754" y="5337"/>
                </a:lnTo>
                <a:lnTo>
                  <a:pt x="8946" y="5068"/>
                </a:lnTo>
                <a:lnTo>
                  <a:pt x="9100" y="4799"/>
                </a:lnTo>
                <a:lnTo>
                  <a:pt x="9253" y="4492"/>
                </a:lnTo>
                <a:lnTo>
                  <a:pt x="9368" y="4185"/>
                </a:lnTo>
                <a:lnTo>
                  <a:pt x="9484" y="3878"/>
                </a:lnTo>
                <a:lnTo>
                  <a:pt x="9522" y="3532"/>
                </a:lnTo>
                <a:lnTo>
                  <a:pt x="9599" y="2880"/>
                </a:lnTo>
                <a:lnTo>
                  <a:pt x="9599" y="2227"/>
                </a:lnTo>
                <a:lnTo>
                  <a:pt x="9522" y="1574"/>
                </a:lnTo>
                <a:lnTo>
                  <a:pt x="9368" y="807"/>
                </a:lnTo>
                <a:lnTo>
                  <a:pt x="910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7060349" y="2940302"/>
            <a:ext cx="1904550" cy="2020484"/>
          </a:xfrm>
          <a:custGeom>
            <a:avLst/>
            <a:gdLst/>
            <a:ahLst/>
            <a:cxnLst/>
            <a:rect l="l" t="t" r="r" b="b"/>
            <a:pathLst>
              <a:path w="9446" h="10021" extrusionOk="0">
                <a:moveTo>
                  <a:pt x="9445" y="0"/>
                </a:moveTo>
                <a:lnTo>
                  <a:pt x="9138" y="77"/>
                </a:lnTo>
                <a:lnTo>
                  <a:pt x="8831" y="192"/>
                </a:lnTo>
                <a:lnTo>
                  <a:pt x="8293" y="500"/>
                </a:lnTo>
                <a:lnTo>
                  <a:pt x="7756" y="807"/>
                </a:lnTo>
                <a:lnTo>
                  <a:pt x="7487" y="960"/>
                </a:lnTo>
                <a:lnTo>
                  <a:pt x="7180" y="1075"/>
                </a:lnTo>
                <a:lnTo>
                  <a:pt x="6911" y="1114"/>
                </a:lnTo>
                <a:lnTo>
                  <a:pt x="6642" y="1152"/>
                </a:lnTo>
                <a:lnTo>
                  <a:pt x="6067" y="1152"/>
                </a:lnTo>
                <a:lnTo>
                  <a:pt x="5491" y="1037"/>
                </a:lnTo>
                <a:lnTo>
                  <a:pt x="4953" y="922"/>
                </a:lnTo>
                <a:lnTo>
                  <a:pt x="4377" y="768"/>
                </a:lnTo>
                <a:lnTo>
                  <a:pt x="3801" y="653"/>
                </a:lnTo>
                <a:lnTo>
                  <a:pt x="3226" y="576"/>
                </a:lnTo>
                <a:lnTo>
                  <a:pt x="2957" y="615"/>
                </a:lnTo>
                <a:lnTo>
                  <a:pt x="2688" y="615"/>
                </a:lnTo>
                <a:lnTo>
                  <a:pt x="2343" y="730"/>
                </a:lnTo>
                <a:lnTo>
                  <a:pt x="2035" y="845"/>
                </a:lnTo>
                <a:lnTo>
                  <a:pt x="1728" y="999"/>
                </a:lnTo>
                <a:lnTo>
                  <a:pt x="1460" y="1191"/>
                </a:lnTo>
                <a:lnTo>
                  <a:pt x="1191" y="1421"/>
                </a:lnTo>
                <a:lnTo>
                  <a:pt x="960" y="1690"/>
                </a:lnTo>
                <a:lnTo>
                  <a:pt x="730" y="1958"/>
                </a:lnTo>
                <a:lnTo>
                  <a:pt x="577" y="2227"/>
                </a:lnTo>
                <a:lnTo>
                  <a:pt x="423" y="2534"/>
                </a:lnTo>
                <a:lnTo>
                  <a:pt x="308" y="2880"/>
                </a:lnTo>
                <a:lnTo>
                  <a:pt x="193" y="3187"/>
                </a:lnTo>
                <a:lnTo>
                  <a:pt x="116" y="3532"/>
                </a:lnTo>
                <a:lnTo>
                  <a:pt x="39" y="4224"/>
                </a:lnTo>
                <a:lnTo>
                  <a:pt x="1" y="4915"/>
                </a:lnTo>
                <a:lnTo>
                  <a:pt x="77" y="5606"/>
                </a:lnTo>
                <a:lnTo>
                  <a:pt x="193" y="6297"/>
                </a:lnTo>
                <a:lnTo>
                  <a:pt x="346" y="6988"/>
                </a:lnTo>
                <a:lnTo>
                  <a:pt x="577" y="7640"/>
                </a:lnTo>
                <a:lnTo>
                  <a:pt x="884" y="8293"/>
                </a:lnTo>
                <a:lnTo>
                  <a:pt x="1229" y="8907"/>
                </a:lnTo>
                <a:lnTo>
                  <a:pt x="1613" y="9483"/>
                </a:lnTo>
                <a:lnTo>
                  <a:pt x="2035" y="10021"/>
                </a:lnTo>
                <a:lnTo>
                  <a:pt x="9445" y="10021"/>
                </a:lnTo>
                <a:lnTo>
                  <a:pt x="9445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179100" y="182700"/>
            <a:ext cx="2154376" cy="1982008"/>
          </a:xfrm>
          <a:custGeom>
            <a:avLst/>
            <a:gdLst/>
            <a:ahLst/>
            <a:cxnLst/>
            <a:rect l="l" t="t" r="r" b="b"/>
            <a:pathLst>
              <a:path w="9599" h="8831" extrusionOk="0">
                <a:moveTo>
                  <a:pt x="1" y="0"/>
                </a:moveTo>
                <a:lnTo>
                  <a:pt x="1" y="8830"/>
                </a:lnTo>
                <a:lnTo>
                  <a:pt x="269" y="8830"/>
                </a:lnTo>
                <a:lnTo>
                  <a:pt x="538" y="8792"/>
                </a:lnTo>
                <a:lnTo>
                  <a:pt x="807" y="8754"/>
                </a:lnTo>
                <a:lnTo>
                  <a:pt x="1076" y="8639"/>
                </a:lnTo>
                <a:lnTo>
                  <a:pt x="1460" y="8408"/>
                </a:lnTo>
                <a:lnTo>
                  <a:pt x="1805" y="8139"/>
                </a:lnTo>
                <a:lnTo>
                  <a:pt x="2074" y="7832"/>
                </a:lnTo>
                <a:lnTo>
                  <a:pt x="2381" y="7448"/>
                </a:lnTo>
                <a:lnTo>
                  <a:pt x="2650" y="7064"/>
                </a:lnTo>
                <a:lnTo>
                  <a:pt x="2765" y="6911"/>
                </a:lnTo>
                <a:lnTo>
                  <a:pt x="2957" y="6757"/>
                </a:lnTo>
                <a:lnTo>
                  <a:pt x="3187" y="6642"/>
                </a:lnTo>
                <a:lnTo>
                  <a:pt x="3418" y="6527"/>
                </a:lnTo>
                <a:lnTo>
                  <a:pt x="3686" y="6489"/>
                </a:lnTo>
                <a:lnTo>
                  <a:pt x="3917" y="6489"/>
                </a:lnTo>
                <a:lnTo>
                  <a:pt x="4416" y="6450"/>
                </a:lnTo>
                <a:lnTo>
                  <a:pt x="4915" y="6489"/>
                </a:lnTo>
                <a:lnTo>
                  <a:pt x="6335" y="6489"/>
                </a:lnTo>
                <a:lnTo>
                  <a:pt x="6834" y="6412"/>
                </a:lnTo>
                <a:lnTo>
                  <a:pt x="7257" y="6335"/>
                </a:lnTo>
                <a:lnTo>
                  <a:pt x="7717" y="6143"/>
                </a:lnTo>
                <a:lnTo>
                  <a:pt x="7986" y="5990"/>
                </a:lnTo>
                <a:lnTo>
                  <a:pt x="8255" y="5798"/>
                </a:lnTo>
                <a:lnTo>
                  <a:pt x="8524" y="5567"/>
                </a:lnTo>
                <a:lnTo>
                  <a:pt x="8754" y="5337"/>
                </a:lnTo>
                <a:lnTo>
                  <a:pt x="8946" y="5068"/>
                </a:lnTo>
                <a:lnTo>
                  <a:pt x="9100" y="4799"/>
                </a:lnTo>
                <a:lnTo>
                  <a:pt x="9253" y="4492"/>
                </a:lnTo>
                <a:lnTo>
                  <a:pt x="9368" y="4185"/>
                </a:lnTo>
                <a:lnTo>
                  <a:pt x="9484" y="3878"/>
                </a:lnTo>
                <a:lnTo>
                  <a:pt x="9522" y="3532"/>
                </a:lnTo>
                <a:lnTo>
                  <a:pt x="9599" y="2880"/>
                </a:lnTo>
                <a:lnTo>
                  <a:pt x="9599" y="2227"/>
                </a:lnTo>
                <a:lnTo>
                  <a:pt x="9522" y="1574"/>
                </a:lnTo>
                <a:lnTo>
                  <a:pt x="9368" y="807"/>
                </a:lnTo>
                <a:lnTo>
                  <a:pt x="910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>
            <a:off x="4633989" y="182700"/>
            <a:ext cx="4130339" cy="1003147"/>
          </a:xfrm>
          <a:custGeom>
            <a:avLst/>
            <a:gdLst/>
            <a:ahLst/>
            <a:cxnLst/>
            <a:rect l="l" t="t" r="r" b="b"/>
            <a:pathLst>
              <a:path w="17392" h="4224" extrusionOk="0">
                <a:moveTo>
                  <a:pt x="0" y="0"/>
                </a:moveTo>
                <a:lnTo>
                  <a:pt x="116" y="384"/>
                </a:lnTo>
                <a:lnTo>
                  <a:pt x="269" y="729"/>
                </a:lnTo>
                <a:lnTo>
                  <a:pt x="499" y="1075"/>
                </a:lnTo>
                <a:lnTo>
                  <a:pt x="768" y="1382"/>
                </a:lnTo>
                <a:lnTo>
                  <a:pt x="1037" y="1651"/>
                </a:lnTo>
                <a:lnTo>
                  <a:pt x="1382" y="1843"/>
                </a:lnTo>
                <a:lnTo>
                  <a:pt x="1728" y="2035"/>
                </a:lnTo>
                <a:lnTo>
                  <a:pt x="2112" y="2188"/>
                </a:lnTo>
                <a:lnTo>
                  <a:pt x="2573" y="2265"/>
                </a:lnTo>
                <a:lnTo>
                  <a:pt x="3033" y="2342"/>
                </a:lnTo>
                <a:lnTo>
                  <a:pt x="3955" y="2419"/>
                </a:lnTo>
                <a:lnTo>
                  <a:pt x="4876" y="2457"/>
                </a:lnTo>
                <a:lnTo>
                  <a:pt x="5798" y="2457"/>
                </a:lnTo>
                <a:lnTo>
                  <a:pt x="6719" y="2495"/>
                </a:lnTo>
                <a:lnTo>
                  <a:pt x="7602" y="2572"/>
                </a:lnTo>
                <a:lnTo>
                  <a:pt x="8063" y="2611"/>
                </a:lnTo>
                <a:lnTo>
                  <a:pt x="8523" y="2687"/>
                </a:lnTo>
                <a:lnTo>
                  <a:pt x="8946" y="2803"/>
                </a:lnTo>
                <a:lnTo>
                  <a:pt x="9368" y="2956"/>
                </a:lnTo>
                <a:lnTo>
                  <a:pt x="10021" y="3225"/>
                </a:lnTo>
                <a:lnTo>
                  <a:pt x="10635" y="3532"/>
                </a:lnTo>
                <a:lnTo>
                  <a:pt x="11249" y="3801"/>
                </a:lnTo>
                <a:lnTo>
                  <a:pt x="11863" y="4070"/>
                </a:lnTo>
                <a:lnTo>
                  <a:pt x="12247" y="4146"/>
                </a:lnTo>
                <a:lnTo>
                  <a:pt x="12631" y="4185"/>
                </a:lnTo>
                <a:lnTo>
                  <a:pt x="13015" y="4223"/>
                </a:lnTo>
                <a:lnTo>
                  <a:pt x="13399" y="4185"/>
                </a:lnTo>
                <a:lnTo>
                  <a:pt x="13783" y="4146"/>
                </a:lnTo>
                <a:lnTo>
                  <a:pt x="14167" y="4070"/>
                </a:lnTo>
                <a:lnTo>
                  <a:pt x="14551" y="3916"/>
                </a:lnTo>
                <a:lnTo>
                  <a:pt x="14896" y="3801"/>
                </a:lnTo>
                <a:lnTo>
                  <a:pt x="15242" y="3609"/>
                </a:lnTo>
                <a:lnTo>
                  <a:pt x="15587" y="3378"/>
                </a:lnTo>
                <a:lnTo>
                  <a:pt x="15895" y="3148"/>
                </a:lnTo>
                <a:lnTo>
                  <a:pt x="16202" y="2918"/>
                </a:lnTo>
                <a:lnTo>
                  <a:pt x="16432" y="2611"/>
                </a:lnTo>
                <a:lnTo>
                  <a:pt x="16701" y="2304"/>
                </a:lnTo>
                <a:lnTo>
                  <a:pt x="16893" y="1996"/>
                </a:lnTo>
                <a:lnTo>
                  <a:pt x="17046" y="1651"/>
                </a:lnTo>
                <a:lnTo>
                  <a:pt x="17200" y="1229"/>
                </a:lnTo>
                <a:lnTo>
                  <a:pt x="17315" y="845"/>
                </a:lnTo>
                <a:lnTo>
                  <a:pt x="17353" y="422"/>
                </a:lnTo>
                <a:lnTo>
                  <a:pt x="17392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74276" y="3844776"/>
            <a:ext cx="4763854" cy="1116028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135575" y="1563200"/>
            <a:ext cx="48729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2135550" y="29092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4"/>
          <p:cNvSpPr/>
          <p:nvPr/>
        </p:nvSpPr>
        <p:spPr>
          <a:xfrm rot="-5400000">
            <a:off x="92925" y="2892600"/>
            <a:ext cx="2154376" cy="1982008"/>
          </a:xfrm>
          <a:custGeom>
            <a:avLst/>
            <a:gdLst/>
            <a:ahLst/>
            <a:cxnLst/>
            <a:rect l="l" t="t" r="r" b="b"/>
            <a:pathLst>
              <a:path w="9599" h="8831" extrusionOk="0">
                <a:moveTo>
                  <a:pt x="1" y="0"/>
                </a:moveTo>
                <a:lnTo>
                  <a:pt x="1" y="8830"/>
                </a:lnTo>
                <a:lnTo>
                  <a:pt x="269" y="8830"/>
                </a:lnTo>
                <a:lnTo>
                  <a:pt x="538" y="8792"/>
                </a:lnTo>
                <a:lnTo>
                  <a:pt x="807" y="8754"/>
                </a:lnTo>
                <a:lnTo>
                  <a:pt x="1076" y="8639"/>
                </a:lnTo>
                <a:lnTo>
                  <a:pt x="1460" y="8408"/>
                </a:lnTo>
                <a:lnTo>
                  <a:pt x="1805" y="8139"/>
                </a:lnTo>
                <a:lnTo>
                  <a:pt x="2074" y="7832"/>
                </a:lnTo>
                <a:lnTo>
                  <a:pt x="2381" y="7448"/>
                </a:lnTo>
                <a:lnTo>
                  <a:pt x="2650" y="7064"/>
                </a:lnTo>
                <a:lnTo>
                  <a:pt x="2765" y="6911"/>
                </a:lnTo>
                <a:lnTo>
                  <a:pt x="2957" y="6757"/>
                </a:lnTo>
                <a:lnTo>
                  <a:pt x="3187" y="6642"/>
                </a:lnTo>
                <a:lnTo>
                  <a:pt x="3418" y="6527"/>
                </a:lnTo>
                <a:lnTo>
                  <a:pt x="3686" y="6489"/>
                </a:lnTo>
                <a:lnTo>
                  <a:pt x="3917" y="6489"/>
                </a:lnTo>
                <a:lnTo>
                  <a:pt x="4416" y="6450"/>
                </a:lnTo>
                <a:lnTo>
                  <a:pt x="4915" y="6489"/>
                </a:lnTo>
                <a:lnTo>
                  <a:pt x="6335" y="6489"/>
                </a:lnTo>
                <a:lnTo>
                  <a:pt x="6834" y="6412"/>
                </a:lnTo>
                <a:lnTo>
                  <a:pt x="7257" y="6335"/>
                </a:lnTo>
                <a:lnTo>
                  <a:pt x="7717" y="6143"/>
                </a:lnTo>
                <a:lnTo>
                  <a:pt x="7986" y="5990"/>
                </a:lnTo>
                <a:lnTo>
                  <a:pt x="8255" y="5798"/>
                </a:lnTo>
                <a:lnTo>
                  <a:pt x="8524" y="5567"/>
                </a:lnTo>
                <a:lnTo>
                  <a:pt x="8754" y="5337"/>
                </a:lnTo>
                <a:lnTo>
                  <a:pt x="8946" y="5068"/>
                </a:lnTo>
                <a:lnTo>
                  <a:pt x="9100" y="4799"/>
                </a:lnTo>
                <a:lnTo>
                  <a:pt x="9253" y="4492"/>
                </a:lnTo>
                <a:lnTo>
                  <a:pt x="9368" y="4185"/>
                </a:lnTo>
                <a:lnTo>
                  <a:pt x="9484" y="3878"/>
                </a:lnTo>
                <a:lnTo>
                  <a:pt x="9522" y="3532"/>
                </a:lnTo>
                <a:lnTo>
                  <a:pt x="9599" y="2880"/>
                </a:lnTo>
                <a:lnTo>
                  <a:pt x="9599" y="2227"/>
                </a:lnTo>
                <a:lnTo>
                  <a:pt x="9522" y="1574"/>
                </a:lnTo>
                <a:lnTo>
                  <a:pt x="9368" y="807"/>
                </a:lnTo>
                <a:lnTo>
                  <a:pt x="910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4"/>
          <p:cNvSpPr/>
          <p:nvPr/>
        </p:nvSpPr>
        <p:spPr>
          <a:xfrm rot="5400000">
            <a:off x="7092350" y="929975"/>
            <a:ext cx="2619836" cy="1125277"/>
          </a:xfrm>
          <a:custGeom>
            <a:avLst/>
            <a:gdLst/>
            <a:ahLst/>
            <a:cxnLst/>
            <a:rect l="l" t="t" r="r" b="b"/>
            <a:pathLst>
              <a:path w="17431" h="7487" extrusionOk="0">
                <a:moveTo>
                  <a:pt x="1" y="0"/>
                </a:moveTo>
                <a:lnTo>
                  <a:pt x="1" y="5068"/>
                </a:lnTo>
                <a:lnTo>
                  <a:pt x="615" y="5605"/>
                </a:lnTo>
                <a:lnTo>
                  <a:pt x="1306" y="6104"/>
                </a:lnTo>
                <a:lnTo>
                  <a:pt x="1997" y="6527"/>
                </a:lnTo>
                <a:lnTo>
                  <a:pt x="2726" y="6911"/>
                </a:lnTo>
                <a:lnTo>
                  <a:pt x="3494" y="7179"/>
                </a:lnTo>
                <a:lnTo>
                  <a:pt x="3878" y="7294"/>
                </a:lnTo>
                <a:lnTo>
                  <a:pt x="4300" y="7371"/>
                </a:lnTo>
                <a:lnTo>
                  <a:pt x="4684" y="7448"/>
                </a:lnTo>
                <a:lnTo>
                  <a:pt x="5068" y="7448"/>
                </a:lnTo>
                <a:lnTo>
                  <a:pt x="5491" y="7486"/>
                </a:lnTo>
                <a:lnTo>
                  <a:pt x="5874" y="7448"/>
                </a:lnTo>
                <a:lnTo>
                  <a:pt x="6258" y="7410"/>
                </a:lnTo>
                <a:lnTo>
                  <a:pt x="6642" y="7294"/>
                </a:lnTo>
                <a:lnTo>
                  <a:pt x="7026" y="7179"/>
                </a:lnTo>
                <a:lnTo>
                  <a:pt x="7372" y="7026"/>
                </a:lnTo>
                <a:lnTo>
                  <a:pt x="7679" y="6872"/>
                </a:lnTo>
                <a:lnTo>
                  <a:pt x="7986" y="6680"/>
                </a:lnTo>
                <a:lnTo>
                  <a:pt x="8524" y="6296"/>
                </a:lnTo>
                <a:lnTo>
                  <a:pt x="9023" y="5836"/>
                </a:lnTo>
                <a:lnTo>
                  <a:pt x="9483" y="5336"/>
                </a:lnTo>
                <a:lnTo>
                  <a:pt x="10405" y="4300"/>
                </a:lnTo>
                <a:lnTo>
                  <a:pt x="10865" y="3801"/>
                </a:lnTo>
                <a:lnTo>
                  <a:pt x="11364" y="3302"/>
                </a:lnTo>
                <a:lnTo>
                  <a:pt x="11748" y="3033"/>
                </a:lnTo>
                <a:lnTo>
                  <a:pt x="12132" y="2726"/>
                </a:lnTo>
                <a:lnTo>
                  <a:pt x="12555" y="2495"/>
                </a:lnTo>
                <a:lnTo>
                  <a:pt x="12977" y="2265"/>
                </a:lnTo>
                <a:lnTo>
                  <a:pt x="13399" y="2073"/>
                </a:lnTo>
                <a:lnTo>
                  <a:pt x="13860" y="1920"/>
                </a:lnTo>
                <a:lnTo>
                  <a:pt x="14321" y="1766"/>
                </a:lnTo>
                <a:lnTo>
                  <a:pt x="14781" y="1651"/>
                </a:lnTo>
                <a:lnTo>
                  <a:pt x="15396" y="1536"/>
                </a:lnTo>
                <a:lnTo>
                  <a:pt x="16010" y="1420"/>
                </a:lnTo>
                <a:lnTo>
                  <a:pt x="16317" y="1305"/>
                </a:lnTo>
                <a:lnTo>
                  <a:pt x="16586" y="1190"/>
                </a:lnTo>
                <a:lnTo>
                  <a:pt x="16855" y="998"/>
                </a:lnTo>
                <a:lnTo>
                  <a:pt x="17046" y="806"/>
                </a:lnTo>
                <a:lnTo>
                  <a:pt x="17200" y="614"/>
                </a:lnTo>
                <a:lnTo>
                  <a:pt x="17277" y="422"/>
                </a:lnTo>
                <a:lnTo>
                  <a:pt x="17354" y="192"/>
                </a:lnTo>
                <a:lnTo>
                  <a:pt x="1743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4"/>
          <p:cNvSpPr/>
          <p:nvPr/>
        </p:nvSpPr>
        <p:spPr>
          <a:xfrm>
            <a:off x="179100" y="182700"/>
            <a:ext cx="2226636" cy="956371"/>
          </a:xfrm>
          <a:custGeom>
            <a:avLst/>
            <a:gdLst/>
            <a:ahLst/>
            <a:cxnLst/>
            <a:rect l="l" t="t" r="r" b="b"/>
            <a:pathLst>
              <a:path w="17431" h="7487" extrusionOk="0">
                <a:moveTo>
                  <a:pt x="1" y="0"/>
                </a:moveTo>
                <a:lnTo>
                  <a:pt x="1" y="5068"/>
                </a:lnTo>
                <a:lnTo>
                  <a:pt x="615" y="5605"/>
                </a:lnTo>
                <a:lnTo>
                  <a:pt x="1306" y="6104"/>
                </a:lnTo>
                <a:lnTo>
                  <a:pt x="1997" y="6527"/>
                </a:lnTo>
                <a:lnTo>
                  <a:pt x="2726" y="6911"/>
                </a:lnTo>
                <a:lnTo>
                  <a:pt x="3494" y="7179"/>
                </a:lnTo>
                <a:lnTo>
                  <a:pt x="3878" y="7294"/>
                </a:lnTo>
                <a:lnTo>
                  <a:pt x="4300" y="7371"/>
                </a:lnTo>
                <a:lnTo>
                  <a:pt x="4684" y="7448"/>
                </a:lnTo>
                <a:lnTo>
                  <a:pt x="5068" y="7448"/>
                </a:lnTo>
                <a:lnTo>
                  <a:pt x="5491" y="7486"/>
                </a:lnTo>
                <a:lnTo>
                  <a:pt x="5874" y="7448"/>
                </a:lnTo>
                <a:lnTo>
                  <a:pt x="6258" y="7410"/>
                </a:lnTo>
                <a:lnTo>
                  <a:pt x="6642" y="7294"/>
                </a:lnTo>
                <a:lnTo>
                  <a:pt x="7026" y="7179"/>
                </a:lnTo>
                <a:lnTo>
                  <a:pt x="7372" y="7026"/>
                </a:lnTo>
                <a:lnTo>
                  <a:pt x="7679" y="6872"/>
                </a:lnTo>
                <a:lnTo>
                  <a:pt x="7986" y="6680"/>
                </a:lnTo>
                <a:lnTo>
                  <a:pt x="8524" y="6296"/>
                </a:lnTo>
                <a:lnTo>
                  <a:pt x="9023" y="5836"/>
                </a:lnTo>
                <a:lnTo>
                  <a:pt x="9483" y="5336"/>
                </a:lnTo>
                <a:lnTo>
                  <a:pt x="10405" y="4300"/>
                </a:lnTo>
                <a:lnTo>
                  <a:pt x="10865" y="3801"/>
                </a:lnTo>
                <a:lnTo>
                  <a:pt x="11364" y="3302"/>
                </a:lnTo>
                <a:lnTo>
                  <a:pt x="11748" y="3033"/>
                </a:lnTo>
                <a:lnTo>
                  <a:pt x="12132" y="2726"/>
                </a:lnTo>
                <a:lnTo>
                  <a:pt x="12555" y="2495"/>
                </a:lnTo>
                <a:lnTo>
                  <a:pt x="12977" y="2265"/>
                </a:lnTo>
                <a:lnTo>
                  <a:pt x="13399" y="2073"/>
                </a:lnTo>
                <a:lnTo>
                  <a:pt x="13860" y="1920"/>
                </a:lnTo>
                <a:lnTo>
                  <a:pt x="14321" y="1766"/>
                </a:lnTo>
                <a:lnTo>
                  <a:pt x="14781" y="1651"/>
                </a:lnTo>
                <a:lnTo>
                  <a:pt x="15396" y="1536"/>
                </a:lnTo>
                <a:lnTo>
                  <a:pt x="16010" y="1420"/>
                </a:lnTo>
                <a:lnTo>
                  <a:pt x="16317" y="1305"/>
                </a:lnTo>
                <a:lnTo>
                  <a:pt x="16586" y="1190"/>
                </a:lnTo>
                <a:lnTo>
                  <a:pt x="16855" y="998"/>
                </a:lnTo>
                <a:lnTo>
                  <a:pt x="17046" y="806"/>
                </a:lnTo>
                <a:lnTo>
                  <a:pt x="17200" y="614"/>
                </a:lnTo>
                <a:lnTo>
                  <a:pt x="17277" y="422"/>
                </a:lnTo>
                <a:lnTo>
                  <a:pt x="17354" y="192"/>
                </a:lnTo>
                <a:lnTo>
                  <a:pt x="1743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4"/>
          <p:cNvSpPr/>
          <p:nvPr/>
        </p:nvSpPr>
        <p:spPr>
          <a:xfrm flipH="1">
            <a:off x="5977672" y="4260994"/>
            <a:ext cx="2987230" cy="699801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"/>
          <p:cNvSpPr/>
          <p:nvPr/>
        </p:nvSpPr>
        <p:spPr>
          <a:xfrm>
            <a:off x="179100" y="182700"/>
            <a:ext cx="8785800" cy="477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35"/>
          <p:cNvSpPr/>
          <p:nvPr/>
        </p:nvSpPr>
        <p:spPr>
          <a:xfrm rot="5400000" flipH="1">
            <a:off x="-1338623" y="1975500"/>
            <a:ext cx="4227963" cy="1192497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5"/>
          <p:cNvSpPr/>
          <p:nvPr/>
        </p:nvSpPr>
        <p:spPr>
          <a:xfrm rot="-5400000" flipH="1">
            <a:off x="6254677" y="1975500"/>
            <a:ext cx="4227963" cy="1192497"/>
          </a:xfrm>
          <a:custGeom>
            <a:avLst/>
            <a:gdLst/>
            <a:ahLst/>
            <a:cxnLst/>
            <a:rect l="l" t="t" r="r" b="b"/>
            <a:pathLst>
              <a:path w="14590" h="3418" extrusionOk="0">
                <a:moveTo>
                  <a:pt x="6373" y="0"/>
                </a:moveTo>
                <a:lnTo>
                  <a:pt x="5874" y="39"/>
                </a:lnTo>
                <a:lnTo>
                  <a:pt x="5375" y="154"/>
                </a:lnTo>
                <a:lnTo>
                  <a:pt x="4915" y="307"/>
                </a:lnTo>
                <a:lnTo>
                  <a:pt x="4454" y="499"/>
                </a:lnTo>
                <a:lnTo>
                  <a:pt x="3993" y="730"/>
                </a:lnTo>
                <a:lnTo>
                  <a:pt x="3571" y="998"/>
                </a:lnTo>
                <a:lnTo>
                  <a:pt x="2765" y="1536"/>
                </a:lnTo>
                <a:lnTo>
                  <a:pt x="1152" y="2726"/>
                </a:lnTo>
                <a:lnTo>
                  <a:pt x="615" y="3072"/>
                </a:lnTo>
                <a:lnTo>
                  <a:pt x="0" y="3417"/>
                </a:lnTo>
                <a:lnTo>
                  <a:pt x="14589" y="3417"/>
                </a:lnTo>
                <a:lnTo>
                  <a:pt x="14513" y="3148"/>
                </a:lnTo>
                <a:lnTo>
                  <a:pt x="14359" y="2880"/>
                </a:lnTo>
                <a:lnTo>
                  <a:pt x="14205" y="2649"/>
                </a:lnTo>
                <a:lnTo>
                  <a:pt x="14013" y="2457"/>
                </a:lnTo>
                <a:lnTo>
                  <a:pt x="13821" y="2304"/>
                </a:lnTo>
                <a:lnTo>
                  <a:pt x="13630" y="2189"/>
                </a:lnTo>
                <a:lnTo>
                  <a:pt x="13438" y="2112"/>
                </a:lnTo>
                <a:lnTo>
                  <a:pt x="13207" y="2035"/>
                </a:lnTo>
                <a:lnTo>
                  <a:pt x="12747" y="1958"/>
                </a:lnTo>
                <a:lnTo>
                  <a:pt x="12247" y="1920"/>
                </a:lnTo>
                <a:lnTo>
                  <a:pt x="11249" y="1843"/>
                </a:lnTo>
                <a:lnTo>
                  <a:pt x="10789" y="1766"/>
                </a:lnTo>
                <a:lnTo>
                  <a:pt x="10328" y="1651"/>
                </a:lnTo>
                <a:lnTo>
                  <a:pt x="10021" y="1536"/>
                </a:lnTo>
                <a:lnTo>
                  <a:pt x="9790" y="1382"/>
                </a:lnTo>
                <a:lnTo>
                  <a:pt x="9291" y="1037"/>
                </a:lnTo>
                <a:lnTo>
                  <a:pt x="8792" y="653"/>
                </a:lnTo>
                <a:lnTo>
                  <a:pt x="8523" y="499"/>
                </a:lnTo>
                <a:lnTo>
                  <a:pt x="8255" y="346"/>
                </a:lnTo>
                <a:lnTo>
                  <a:pt x="7794" y="154"/>
                </a:lnTo>
                <a:lnTo>
                  <a:pt x="7333" y="39"/>
                </a:lnTo>
                <a:lnTo>
                  <a:pt x="6834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●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○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■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●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○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■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●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 Medium"/>
              <a:buChar char="○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Nunito Medium"/>
              <a:buChar char="■"/>
              <a:defRPr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8" r:id="rId4"/>
    <p:sldLayoutId id="2147483680" r:id="rId5"/>
    <p:sldLayoutId id="214748368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>
            <a:spLocks noGrp="1"/>
          </p:cNvSpPr>
          <p:nvPr>
            <p:ph type="ctrTitle"/>
          </p:nvPr>
        </p:nvSpPr>
        <p:spPr>
          <a:xfrm>
            <a:off x="713225" y="1287886"/>
            <a:ext cx="3871200" cy="912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 Recommendation Platform – Project Analysis &amp; Design</a:t>
            </a:r>
            <a:endParaRPr sz="2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2" name="Google Shape;342;p39"/>
          <p:cNvSpPr txBox="1">
            <a:spLocks noGrp="1"/>
          </p:cNvSpPr>
          <p:nvPr>
            <p:ph type="subTitle" idx="1"/>
          </p:nvPr>
        </p:nvSpPr>
        <p:spPr>
          <a:xfrm>
            <a:off x="623073" y="2191072"/>
            <a:ext cx="3871200" cy="3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Lakshmi Narayana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Manukonda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Seminar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COMP-699-B.FA25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Vladimir Riabov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Rivier University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3" name="Google Shape;343;p39"/>
          <p:cNvGrpSpPr/>
          <p:nvPr/>
        </p:nvGrpSpPr>
        <p:grpSpPr>
          <a:xfrm rot="-1934362" flipH="1">
            <a:off x="1666804" y="99058"/>
            <a:ext cx="711776" cy="880898"/>
            <a:chOff x="9953876" y="246845"/>
            <a:chExt cx="896158" cy="1109091"/>
          </a:xfrm>
        </p:grpSpPr>
        <p:sp>
          <p:nvSpPr>
            <p:cNvPr id="344" name="Google Shape;344;p39"/>
            <p:cNvSpPr/>
            <p:nvPr/>
          </p:nvSpPr>
          <p:spPr>
            <a:xfrm>
              <a:off x="9958568" y="813059"/>
              <a:ext cx="290208" cy="299532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9"/>
            <p:cNvSpPr/>
            <p:nvPr/>
          </p:nvSpPr>
          <p:spPr>
            <a:xfrm>
              <a:off x="9965577" y="813059"/>
              <a:ext cx="397833" cy="442260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9"/>
            <p:cNvSpPr/>
            <p:nvPr/>
          </p:nvSpPr>
          <p:spPr>
            <a:xfrm>
              <a:off x="10248715" y="735846"/>
              <a:ext cx="100677" cy="93669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9"/>
            <p:cNvSpPr/>
            <p:nvPr/>
          </p:nvSpPr>
          <p:spPr>
            <a:xfrm>
              <a:off x="10262731" y="340452"/>
              <a:ext cx="93669" cy="395456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9"/>
            <p:cNvSpPr/>
            <p:nvPr/>
          </p:nvSpPr>
          <p:spPr>
            <a:xfrm>
              <a:off x="10281441" y="303034"/>
              <a:ext cx="365046" cy="481994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9"/>
            <p:cNvSpPr/>
            <p:nvPr/>
          </p:nvSpPr>
          <p:spPr>
            <a:xfrm>
              <a:off x="10267424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9"/>
            <p:cNvSpPr/>
            <p:nvPr/>
          </p:nvSpPr>
          <p:spPr>
            <a:xfrm>
              <a:off x="10300150" y="246845"/>
              <a:ext cx="549884" cy="716013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9"/>
            <p:cNvSpPr/>
            <p:nvPr/>
          </p:nvSpPr>
          <p:spPr>
            <a:xfrm>
              <a:off x="9960945" y="820068"/>
              <a:ext cx="807244" cy="535867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9"/>
            <p:cNvSpPr/>
            <p:nvPr/>
          </p:nvSpPr>
          <p:spPr>
            <a:xfrm>
              <a:off x="10281441" y="246845"/>
              <a:ext cx="110062" cy="496072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9"/>
            <p:cNvSpPr/>
            <p:nvPr/>
          </p:nvSpPr>
          <p:spPr>
            <a:xfrm>
              <a:off x="9953876" y="813059"/>
              <a:ext cx="313610" cy="409473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9"/>
            <p:cNvSpPr/>
            <p:nvPr/>
          </p:nvSpPr>
          <p:spPr>
            <a:xfrm>
              <a:off x="10384433" y="354469"/>
              <a:ext cx="177830" cy="407157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9"/>
            <p:cNvSpPr/>
            <p:nvPr/>
          </p:nvSpPr>
          <p:spPr>
            <a:xfrm>
              <a:off x="10268712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39"/>
          <p:cNvGrpSpPr/>
          <p:nvPr/>
        </p:nvGrpSpPr>
        <p:grpSpPr>
          <a:xfrm rot="-890530">
            <a:off x="2826424" y="4087380"/>
            <a:ext cx="1007040" cy="731705"/>
            <a:chOff x="4398070" y="2734050"/>
            <a:chExt cx="729114" cy="529757"/>
          </a:xfrm>
        </p:grpSpPr>
        <p:sp>
          <p:nvSpPr>
            <p:cNvPr id="357" name="Google Shape;357;p39"/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9"/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9"/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9"/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9"/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9"/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9"/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9"/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9"/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9"/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9"/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9"/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9"/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9"/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9"/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9"/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9"/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9"/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9"/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9"/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7" name="Google Shape;377;p39"/>
          <p:cNvGrpSpPr/>
          <p:nvPr/>
        </p:nvGrpSpPr>
        <p:grpSpPr>
          <a:xfrm rot="-3025289">
            <a:off x="7609846" y="524745"/>
            <a:ext cx="867626" cy="631806"/>
            <a:chOff x="3097732" y="3419175"/>
            <a:chExt cx="727745" cy="529944"/>
          </a:xfrm>
        </p:grpSpPr>
        <p:sp>
          <p:nvSpPr>
            <p:cNvPr id="378" name="Google Shape;378;p39"/>
            <p:cNvSpPr/>
            <p:nvPr/>
          </p:nvSpPr>
          <p:spPr>
            <a:xfrm>
              <a:off x="3110726" y="3664524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9"/>
            <p:cNvSpPr/>
            <p:nvPr/>
          </p:nvSpPr>
          <p:spPr>
            <a:xfrm>
              <a:off x="3125370" y="3667783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3145162" y="3433775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3427601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9"/>
            <p:cNvSpPr/>
            <p:nvPr/>
          </p:nvSpPr>
          <p:spPr>
            <a:xfrm>
              <a:off x="3113988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9"/>
            <p:cNvSpPr/>
            <p:nvPr/>
          </p:nvSpPr>
          <p:spPr>
            <a:xfrm>
              <a:off x="3097732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3135104" y="3427301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3139971" y="3638537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3414562" y="3631925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9"/>
            <p:cNvSpPr/>
            <p:nvPr/>
          </p:nvSpPr>
          <p:spPr>
            <a:xfrm>
              <a:off x="3448721" y="3495526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9"/>
            <p:cNvSpPr/>
            <p:nvPr/>
          </p:nvSpPr>
          <p:spPr>
            <a:xfrm>
              <a:off x="3409699" y="3545891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3424342" y="3697028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3167608" y="3726274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3256953" y="3796150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3466581" y="3713280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3695678" y="3674258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3099816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3424343" y="3697216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3118104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9"/>
            <p:cNvSpPr/>
            <p:nvPr/>
          </p:nvSpPr>
          <p:spPr>
            <a:xfrm>
              <a:off x="3429000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8" name="Google Shape;398;p39"/>
          <p:cNvSpPr/>
          <p:nvPr/>
        </p:nvSpPr>
        <p:spPr>
          <a:xfrm rot="1531361">
            <a:off x="5154077" y="1108826"/>
            <a:ext cx="3190566" cy="2419209"/>
          </a:xfrm>
          <a:custGeom>
            <a:avLst/>
            <a:gdLst/>
            <a:ahLst/>
            <a:cxnLst/>
            <a:rect l="l" t="t" r="r" b="b"/>
            <a:pathLst>
              <a:path w="15242" h="11557" extrusionOk="0">
                <a:moveTo>
                  <a:pt x="3763" y="0"/>
                </a:moveTo>
                <a:lnTo>
                  <a:pt x="3340" y="39"/>
                </a:lnTo>
                <a:lnTo>
                  <a:pt x="2918" y="154"/>
                </a:lnTo>
                <a:lnTo>
                  <a:pt x="2534" y="308"/>
                </a:lnTo>
                <a:lnTo>
                  <a:pt x="2150" y="499"/>
                </a:lnTo>
                <a:lnTo>
                  <a:pt x="1805" y="730"/>
                </a:lnTo>
                <a:lnTo>
                  <a:pt x="1421" y="1114"/>
                </a:lnTo>
                <a:lnTo>
                  <a:pt x="1037" y="1574"/>
                </a:lnTo>
                <a:lnTo>
                  <a:pt x="730" y="2074"/>
                </a:lnTo>
                <a:lnTo>
                  <a:pt x="499" y="2611"/>
                </a:lnTo>
                <a:lnTo>
                  <a:pt x="308" y="3187"/>
                </a:lnTo>
                <a:lnTo>
                  <a:pt x="154" y="3801"/>
                </a:lnTo>
                <a:lnTo>
                  <a:pt x="39" y="4415"/>
                </a:lnTo>
                <a:lnTo>
                  <a:pt x="0" y="5068"/>
                </a:lnTo>
                <a:lnTo>
                  <a:pt x="39" y="5682"/>
                </a:lnTo>
                <a:lnTo>
                  <a:pt x="77" y="6335"/>
                </a:lnTo>
                <a:lnTo>
                  <a:pt x="192" y="6949"/>
                </a:lnTo>
                <a:lnTo>
                  <a:pt x="346" y="7564"/>
                </a:lnTo>
                <a:lnTo>
                  <a:pt x="538" y="8139"/>
                </a:lnTo>
                <a:lnTo>
                  <a:pt x="807" y="8677"/>
                </a:lnTo>
                <a:lnTo>
                  <a:pt x="1075" y="9176"/>
                </a:lnTo>
                <a:lnTo>
                  <a:pt x="1421" y="9637"/>
                </a:lnTo>
                <a:lnTo>
                  <a:pt x="1690" y="9944"/>
                </a:lnTo>
                <a:lnTo>
                  <a:pt x="1997" y="10213"/>
                </a:lnTo>
                <a:lnTo>
                  <a:pt x="2304" y="10443"/>
                </a:lnTo>
                <a:lnTo>
                  <a:pt x="2649" y="10635"/>
                </a:lnTo>
                <a:lnTo>
                  <a:pt x="2995" y="10827"/>
                </a:lnTo>
                <a:lnTo>
                  <a:pt x="3379" y="10980"/>
                </a:lnTo>
                <a:lnTo>
                  <a:pt x="3763" y="11096"/>
                </a:lnTo>
                <a:lnTo>
                  <a:pt x="4147" y="11211"/>
                </a:lnTo>
                <a:lnTo>
                  <a:pt x="4991" y="11364"/>
                </a:lnTo>
                <a:lnTo>
                  <a:pt x="5798" y="11480"/>
                </a:lnTo>
                <a:lnTo>
                  <a:pt x="6642" y="11518"/>
                </a:lnTo>
                <a:lnTo>
                  <a:pt x="7487" y="11556"/>
                </a:lnTo>
                <a:lnTo>
                  <a:pt x="8447" y="11556"/>
                </a:lnTo>
                <a:lnTo>
                  <a:pt x="9406" y="11518"/>
                </a:lnTo>
                <a:lnTo>
                  <a:pt x="10328" y="11403"/>
                </a:lnTo>
                <a:lnTo>
                  <a:pt x="10788" y="11326"/>
                </a:lnTo>
                <a:lnTo>
                  <a:pt x="11288" y="11211"/>
                </a:lnTo>
                <a:lnTo>
                  <a:pt x="11710" y="11096"/>
                </a:lnTo>
                <a:lnTo>
                  <a:pt x="12171" y="10904"/>
                </a:lnTo>
                <a:lnTo>
                  <a:pt x="12593" y="10712"/>
                </a:lnTo>
                <a:lnTo>
                  <a:pt x="13015" y="10481"/>
                </a:lnTo>
                <a:lnTo>
                  <a:pt x="13399" y="10213"/>
                </a:lnTo>
                <a:lnTo>
                  <a:pt x="13783" y="9905"/>
                </a:lnTo>
                <a:lnTo>
                  <a:pt x="14090" y="9560"/>
                </a:lnTo>
                <a:lnTo>
                  <a:pt x="14397" y="9214"/>
                </a:lnTo>
                <a:lnTo>
                  <a:pt x="14666" y="8754"/>
                </a:lnTo>
                <a:lnTo>
                  <a:pt x="14896" y="8255"/>
                </a:lnTo>
                <a:lnTo>
                  <a:pt x="15050" y="7756"/>
                </a:lnTo>
                <a:lnTo>
                  <a:pt x="15165" y="7218"/>
                </a:lnTo>
                <a:lnTo>
                  <a:pt x="15242" y="6681"/>
                </a:lnTo>
                <a:lnTo>
                  <a:pt x="15242" y="6143"/>
                </a:lnTo>
                <a:lnTo>
                  <a:pt x="15242" y="5606"/>
                </a:lnTo>
                <a:lnTo>
                  <a:pt x="15204" y="5068"/>
                </a:lnTo>
                <a:lnTo>
                  <a:pt x="15127" y="4454"/>
                </a:lnTo>
                <a:lnTo>
                  <a:pt x="15012" y="3878"/>
                </a:lnTo>
                <a:lnTo>
                  <a:pt x="14858" y="3302"/>
                </a:lnTo>
                <a:lnTo>
                  <a:pt x="14704" y="2995"/>
                </a:lnTo>
                <a:lnTo>
                  <a:pt x="14589" y="2726"/>
                </a:lnTo>
                <a:lnTo>
                  <a:pt x="14397" y="2496"/>
                </a:lnTo>
                <a:lnTo>
                  <a:pt x="14205" y="2265"/>
                </a:lnTo>
                <a:lnTo>
                  <a:pt x="13975" y="2035"/>
                </a:lnTo>
                <a:lnTo>
                  <a:pt x="13745" y="1843"/>
                </a:lnTo>
                <a:lnTo>
                  <a:pt x="13514" y="1690"/>
                </a:lnTo>
                <a:lnTo>
                  <a:pt x="13207" y="1574"/>
                </a:lnTo>
                <a:lnTo>
                  <a:pt x="12938" y="1498"/>
                </a:lnTo>
                <a:lnTo>
                  <a:pt x="12631" y="1421"/>
                </a:lnTo>
                <a:lnTo>
                  <a:pt x="12247" y="1459"/>
                </a:lnTo>
                <a:lnTo>
                  <a:pt x="11863" y="1536"/>
                </a:lnTo>
                <a:lnTo>
                  <a:pt x="11096" y="1728"/>
                </a:lnTo>
                <a:lnTo>
                  <a:pt x="10021" y="2035"/>
                </a:lnTo>
                <a:lnTo>
                  <a:pt x="8984" y="2265"/>
                </a:lnTo>
                <a:lnTo>
                  <a:pt x="8639" y="2304"/>
                </a:lnTo>
                <a:lnTo>
                  <a:pt x="8293" y="2342"/>
                </a:lnTo>
                <a:lnTo>
                  <a:pt x="7947" y="2342"/>
                </a:lnTo>
                <a:lnTo>
                  <a:pt x="7640" y="2304"/>
                </a:lnTo>
                <a:lnTo>
                  <a:pt x="7448" y="2227"/>
                </a:lnTo>
                <a:lnTo>
                  <a:pt x="7256" y="2150"/>
                </a:lnTo>
                <a:lnTo>
                  <a:pt x="6911" y="1920"/>
                </a:lnTo>
                <a:lnTo>
                  <a:pt x="6565" y="1651"/>
                </a:lnTo>
                <a:lnTo>
                  <a:pt x="6258" y="1344"/>
                </a:lnTo>
                <a:lnTo>
                  <a:pt x="5644" y="768"/>
                </a:lnTo>
                <a:lnTo>
                  <a:pt x="5337" y="461"/>
                </a:lnTo>
                <a:lnTo>
                  <a:pt x="4953" y="269"/>
                </a:lnTo>
                <a:lnTo>
                  <a:pt x="4569" y="77"/>
                </a:lnTo>
                <a:lnTo>
                  <a:pt x="4185" y="0"/>
                </a:lnTo>
                <a:close/>
              </a:path>
            </a:pathLst>
          </a:custGeom>
          <a:solidFill>
            <a:srgbClr val="FFFFFF">
              <a:alpha val="23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9"/>
          <p:cNvSpPr/>
          <p:nvPr/>
        </p:nvSpPr>
        <p:spPr>
          <a:xfrm rot="-3005279">
            <a:off x="5096832" y="3221846"/>
            <a:ext cx="338790" cy="782874"/>
          </a:xfrm>
          <a:custGeom>
            <a:avLst/>
            <a:gdLst/>
            <a:ahLst/>
            <a:cxnLst/>
            <a:rect l="l" t="t" r="r" b="b"/>
            <a:pathLst>
              <a:path w="4071" h="9407" extrusionOk="0">
                <a:moveTo>
                  <a:pt x="308" y="0"/>
                </a:moveTo>
                <a:lnTo>
                  <a:pt x="231" y="39"/>
                </a:lnTo>
                <a:lnTo>
                  <a:pt x="154" y="115"/>
                </a:lnTo>
                <a:lnTo>
                  <a:pt x="116" y="192"/>
                </a:lnTo>
                <a:lnTo>
                  <a:pt x="116" y="269"/>
                </a:lnTo>
                <a:lnTo>
                  <a:pt x="154" y="461"/>
                </a:lnTo>
                <a:lnTo>
                  <a:pt x="308" y="653"/>
                </a:lnTo>
                <a:lnTo>
                  <a:pt x="615" y="960"/>
                </a:lnTo>
                <a:lnTo>
                  <a:pt x="653" y="1037"/>
                </a:lnTo>
                <a:lnTo>
                  <a:pt x="615" y="1037"/>
                </a:lnTo>
                <a:lnTo>
                  <a:pt x="730" y="1267"/>
                </a:lnTo>
                <a:lnTo>
                  <a:pt x="937" y="1783"/>
                </a:lnTo>
                <a:lnTo>
                  <a:pt x="937" y="1783"/>
                </a:lnTo>
                <a:lnTo>
                  <a:pt x="615" y="1497"/>
                </a:lnTo>
                <a:lnTo>
                  <a:pt x="423" y="1382"/>
                </a:lnTo>
                <a:lnTo>
                  <a:pt x="231" y="1344"/>
                </a:lnTo>
                <a:lnTo>
                  <a:pt x="154" y="1344"/>
                </a:lnTo>
                <a:lnTo>
                  <a:pt x="77" y="1382"/>
                </a:lnTo>
                <a:lnTo>
                  <a:pt x="39" y="1459"/>
                </a:lnTo>
                <a:lnTo>
                  <a:pt x="1" y="1574"/>
                </a:lnTo>
                <a:lnTo>
                  <a:pt x="1" y="1651"/>
                </a:lnTo>
                <a:lnTo>
                  <a:pt x="1" y="1728"/>
                </a:lnTo>
                <a:lnTo>
                  <a:pt x="116" y="1805"/>
                </a:lnTo>
                <a:lnTo>
                  <a:pt x="308" y="1881"/>
                </a:lnTo>
                <a:lnTo>
                  <a:pt x="500" y="1920"/>
                </a:lnTo>
                <a:lnTo>
                  <a:pt x="922" y="1958"/>
                </a:lnTo>
                <a:lnTo>
                  <a:pt x="1037" y="1958"/>
                </a:lnTo>
                <a:lnTo>
                  <a:pt x="1344" y="2649"/>
                </a:lnTo>
                <a:lnTo>
                  <a:pt x="1515" y="3127"/>
                </a:lnTo>
                <a:lnTo>
                  <a:pt x="1344" y="2956"/>
                </a:lnTo>
                <a:lnTo>
                  <a:pt x="1152" y="2803"/>
                </a:lnTo>
                <a:lnTo>
                  <a:pt x="922" y="2649"/>
                </a:lnTo>
                <a:lnTo>
                  <a:pt x="730" y="2572"/>
                </a:lnTo>
                <a:lnTo>
                  <a:pt x="615" y="2572"/>
                </a:lnTo>
                <a:lnTo>
                  <a:pt x="538" y="2611"/>
                </a:lnTo>
                <a:lnTo>
                  <a:pt x="461" y="2688"/>
                </a:lnTo>
                <a:lnTo>
                  <a:pt x="423" y="2803"/>
                </a:lnTo>
                <a:lnTo>
                  <a:pt x="385" y="2880"/>
                </a:lnTo>
                <a:lnTo>
                  <a:pt x="423" y="2956"/>
                </a:lnTo>
                <a:lnTo>
                  <a:pt x="461" y="3033"/>
                </a:lnTo>
                <a:lnTo>
                  <a:pt x="538" y="3071"/>
                </a:lnTo>
                <a:lnTo>
                  <a:pt x="730" y="3187"/>
                </a:lnTo>
                <a:lnTo>
                  <a:pt x="999" y="3263"/>
                </a:lnTo>
                <a:lnTo>
                  <a:pt x="1460" y="3340"/>
                </a:lnTo>
                <a:lnTo>
                  <a:pt x="1613" y="3340"/>
                </a:lnTo>
                <a:lnTo>
                  <a:pt x="1767" y="3686"/>
                </a:lnTo>
                <a:lnTo>
                  <a:pt x="2130" y="4740"/>
                </a:lnTo>
                <a:lnTo>
                  <a:pt x="1959" y="4569"/>
                </a:lnTo>
                <a:lnTo>
                  <a:pt x="1728" y="4338"/>
                </a:lnTo>
                <a:lnTo>
                  <a:pt x="1460" y="4185"/>
                </a:lnTo>
                <a:lnTo>
                  <a:pt x="1344" y="4108"/>
                </a:lnTo>
                <a:lnTo>
                  <a:pt x="1229" y="4070"/>
                </a:lnTo>
                <a:lnTo>
                  <a:pt x="1114" y="4108"/>
                </a:lnTo>
                <a:lnTo>
                  <a:pt x="1037" y="4146"/>
                </a:lnTo>
                <a:lnTo>
                  <a:pt x="922" y="4223"/>
                </a:lnTo>
                <a:lnTo>
                  <a:pt x="845" y="4377"/>
                </a:lnTo>
                <a:lnTo>
                  <a:pt x="845" y="4454"/>
                </a:lnTo>
                <a:lnTo>
                  <a:pt x="884" y="4569"/>
                </a:lnTo>
                <a:lnTo>
                  <a:pt x="922" y="4607"/>
                </a:lnTo>
                <a:lnTo>
                  <a:pt x="999" y="4684"/>
                </a:lnTo>
                <a:lnTo>
                  <a:pt x="1229" y="4799"/>
                </a:lnTo>
                <a:lnTo>
                  <a:pt x="1536" y="4876"/>
                </a:lnTo>
                <a:lnTo>
                  <a:pt x="2074" y="4991"/>
                </a:lnTo>
                <a:lnTo>
                  <a:pt x="2227" y="4991"/>
                </a:lnTo>
                <a:lnTo>
                  <a:pt x="2650" y="6028"/>
                </a:lnTo>
                <a:lnTo>
                  <a:pt x="2765" y="6488"/>
                </a:lnTo>
                <a:lnTo>
                  <a:pt x="2727" y="6412"/>
                </a:lnTo>
                <a:lnTo>
                  <a:pt x="2496" y="6143"/>
                </a:lnTo>
                <a:lnTo>
                  <a:pt x="2227" y="5912"/>
                </a:lnTo>
                <a:lnTo>
                  <a:pt x="1959" y="5682"/>
                </a:lnTo>
                <a:lnTo>
                  <a:pt x="1805" y="5644"/>
                </a:lnTo>
                <a:lnTo>
                  <a:pt x="1652" y="5605"/>
                </a:lnTo>
                <a:lnTo>
                  <a:pt x="1536" y="5605"/>
                </a:lnTo>
                <a:lnTo>
                  <a:pt x="1421" y="5644"/>
                </a:lnTo>
                <a:lnTo>
                  <a:pt x="1306" y="5759"/>
                </a:lnTo>
                <a:lnTo>
                  <a:pt x="1229" y="5951"/>
                </a:lnTo>
                <a:lnTo>
                  <a:pt x="1229" y="6028"/>
                </a:lnTo>
                <a:lnTo>
                  <a:pt x="1229" y="6143"/>
                </a:lnTo>
                <a:lnTo>
                  <a:pt x="1306" y="6220"/>
                </a:lnTo>
                <a:lnTo>
                  <a:pt x="1421" y="6296"/>
                </a:lnTo>
                <a:lnTo>
                  <a:pt x="1690" y="6450"/>
                </a:lnTo>
                <a:lnTo>
                  <a:pt x="1997" y="6527"/>
                </a:lnTo>
                <a:lnTo>
                  <a:pt x="2650" y="6642"/>
                </a:lnTo>
                <a:lnTo>
                  <a:pt x="2842" y="6642"/>
                </a:lnTo>
                <a:lnTo>
                  <a:pt x="3034" y="7256"/>
                </a:lnTo>
                <a:lnTo>
                  <a:pt x="3341" y="8370"/>
                </a:lnTo>
                <a:lnTo>
                  <a:pt x="3418" y="8907"/>
                </a:lnTo>
                <a:lnTo>
                  <a:pt x="3494" y="9406"/>
                </a:lnTo>
                <a:lnTo>
                  <a:pt x="3686" y="9368"/>
                </a:lnTo>
                <a:lnTo>
                  <a:pt x="3571" y="8792"/>
                </a:lnTo>
                <a:lnTo>
                  <a:pt x="3456" y="8178"/>
                </a:lnTo>
                <a:lnTo>
                  <a:pt x="3264" y="7525"/>
                </a:lnTo>
                <a:lnTo>
                  <a:pt x="3072" y="6834"/>
                </a:lnTo>
                <a:lnTo>
                  <a:pt x="2995" y="6642"/>
                </a:lnTo>
                <a:lnTo>
                  <a:pt x="3187" y="6488"/>
                </a:lnTo>
                <a:lnTo>
                  <a:pt x="3648" y="6028"/>
                </a:lnTo>
                <a:lnTo>
                  <a:pt x="3878" y="5759"/>
                </a:lnTo>
                <a:lnTo>
                  <a:pt x="4032" y="5490"/>
                </a:lnTo>
                <a:lnTo>
                  <a:pt x="4070" y="5375"/>
                </a:lnTo>
                <a:lnTo>
                  <a:pt x="4070" y="5260"/>
                </a:lnTo>
                <a:lnTo>
                  <a:pt x="4070" y="5183"/>
                </a:lnTo>
                <a:lnTo>
                  <a:pt x="3993" y="5106"/>
                </a:lnTo>
                <a:lnTo>
                  <a:pt x="3801" y="4991"/>
                </a:lnTo>
                <a:lnTo>
                  <a:pt x="3533" y="4991"/>
                </a:lnTo>
                <a:lnTo>
                  <a:pt x="3418" y="5068"/>
                </a:lnTo>
                <a:lnTo>
                  <a:pt x="3341" y="5183"/>
                </a:lnTo>
                <a:lnTo>
                  <a:pt x="3264" y="5298"/>
                </a:lnTo>
                <a:lnTo>
                  <a:pt x="3110" y="5644"/>
                </a:lnTo>
                <a:lnTo>
                  <a:pt x="3034" y="5989"/>
                </a:lnTo>
                <a:lnTo>
                  <a:pt x="2995" y="6335"/>
                </a:lnTo>
                <a:lnTo>
                  <a:pt x="2957" y="6565"/>
                </a:lnTo>
                <a:lnTo>
                  <a:pt x="2611" y="5452"/>
                </a:lnTo>
                <a:lnTo>
                  <a:pt x="2381" y="4953"/>
                </a:lnTo>
                <a:lnTo>
                  <a:pt x="2535" y="4837"/>
                </a:lnTo>
                <a:lnTo>
                  <a:pt x="2957" y="4454"/>
                </a:lnTo>
                <a:lnTo>
                  <a:pt x="3149" y="4223"/>
                </a:lnTo>
                <a:lnTo>
                  <a:pt x="3264" y="3993"/>
                </a:lnTo>
                <a:lnTo>
                  <a:pt x="3302" y="3916"/>
                </a:lnTo>
                <a:lnTo>
                  <a:pt x="3302" y="3801"/>
                </a:lnTo>
                <a:lnTo>
                  <a:pt x="3264" y="3724"/>
                </a:lnTo>
                <a:lnTo>
                  <a:pt x="3226" y="3647"/>
                </a:lnTo>
                <a:lnTo>
                  <a:pt x="3072" y="3571"/>
                </a:lnTo>
                <a:lnTo>
                  <a:pt x="2957" y="3532"/>
                </a:lnTo>
                <a:lnTo>
                  <a:pt x="2842" y="3571"/>
                </a:lnTo>
                <a:lnTo>
                  <a:pt x="2765" y="3609"/>
                </a:lnTo>
                <a:lnTo>
                  <a:pt x="2650" y="3724"/>
                </a:lnTo>
                <a:lnTo>
                  <a:pt x="2611" y="3839"/>
                </a:lnTo>
                <a:lnTo>
                  <a:pt x="2496" y="4108"/>
                </a:lnTo>
                <a:lnTo>
                  <a:pt x="2419" y="4415"/>
                </a:lnTo>
                <a:lnTo>
                  <a:pt x="2381" y="4722"/>
                </a:lnTo>
                <a:lnTo>
                  <a:pt x="2343" y="4837"/>
                </a:lnTo>
                <a:lnTo>
                  <a:pt x="2112" y="4108"/>
                </a:lnTo>
                <a:lnTo>
                  <a:pt x="1767" y="3263"/>
                </a:lnTo>
                <a:lnTo>
                  <a:pt x="1844" y="3187"/>
                </a:lnTo>
                <a:lnTo>
                  <a:pt x="2189" y="2880"/>
                </a:lnTo>
                <a:lnTo>
                  <a:pt x="2343" y="2688"/>
                </a:lnTo>
                <a:lnTo>
                  <a:pt x="2458" y="2496"/>
                </a:lnTo>
                <a:lnTo>
                  <a:pt x="2496" y="2419"/>
                </a:lnTo>
                <a:lnTo>
                  <a:pt x="2496" y="2342"/>
                </a:lnTo>
                <a:lnTo>
                  <a:pt x="2496" y="2265"/>
                </a:lnTo>
                <a:lnTo>
                  <a:pt x="2419" y="2188"/>
                </a:lnTo>
                <a:lnTo>
                  <a:pt x="2304" y="2112"/>
                </a:lnTo>
                <a:lnTo>
                  <a:pt x="2112" y="2112"/>
                </a:lnTo>
                <a:lnTo>
                  <a:pt x="2035" y="2150"/>
                </a:lnTo>
                <a:lnTo>
                  <a:pt x="1882" y="2342"/>
                </a:lnTo>
                <a:lnTo>
                  <a:pt x="1805" y="2572"/>
                </a:lnTo>
                <a:lnTo>
                  <a:pt x="1728" y="2841"/>
                </a:lnTo>
                <a:lnTo>
                  <a:pt x="1690" y="3110"/>
                </a:lnTo>
                <a:lnTo>
                  <a:pt x="1613" y="2880"/>
                </a:lnTo>
                <a:lnTo>
                  <a:pt x="1191" y="1920"/>
                </a:lnTo>
                <a:lnTo>
                  <a:pt x="1268" y="1843"/>
                </a:lnTo>
                <a:lnTo>
                  <a:pt x="1536" y="1536"/>
                </a:lnTo>
                <a:lnTo>
                  <a:pt x="1652" y="1344"/>
                </a:lnTo>
                <a:lnTo>
                  <a:pt x="1767" y="1152"/>
                </a:lnTo>
                <a:lnTo>
                  <a:pt x="1767" y="1037"/>
                </a:lnTo>
                <a:lnTo>
                  <a:pt x="1728" y="960"/>
                </a:lnTo>
                <a:lnTo>
                  <a:pt x="1690" y="922"/>
                </a:lnTo>
                <a:lnTo>
                  <a:pt x="1575" y="883"/>
                </a:lnTo>
                <a:lnTo>
                  <a:pt x="1498" y="845"/>
                </a:lnTo>
                <a:lnTo>
                  <a:pt x="1421" y="883"/>
                </a:lnTo>
                <a:lnTo>
                  <a:pt x="1344" y="922"/>
                </a:lnTo>
                <a:lnTo>
                  <a:pt x="1229" y="1075"/>
                </a:lnTo>
                <a:lnTo>
                  <a:pt x="1191" y="1305"/>
                </a:lnTo>
                <a:lnTo>
                  <a:pt x="1114" y="1728"/>
                </a:lnTo>
                <a:lnTo>
                  <a:pt x="769" y="960"/>
                </a:lnTo>
                <a:lnTo>
                  <a:pt x="769" y="922"/>
                </a:lnTo>
                <a:lnTo>
                  <a:pt x="692" y="499"/>
                </a:lnTo>
                <a:lnTo>
                  <a:pt x="653" y="307"/>
                </a:lnTo>
                <a:lnTo>
                  <a:pt x="577" y="115"/>
                </a:lnTo>
                <a:lnTo>
                  <a:pt x="46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9"/>
          <p:cNvSpPr/>
          <p:nvPr/>
        </p:nvSpPr>
        <p:spPr>
          <a:xfrm>
            <a:off x="4794809" y="3429052"/>
            <a:ext cx="1998722" cy="626194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39"/>
          <p:cNvSpPr/>
          <p:nvPr/>
        </p:nvSpPr>
        <p:spPr>
          <a:xfrm flipH="1">
            <a:off x="7707606" y="3792128"/>
            <a:ext cx="1002516" cy="314085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9"/>
          <p:cNvSpPr/>
          <p:nvPr/>
        </p:nvSpPr>
        <p:spPr>
          <a:xfrm rot="6790987">
            <a:off x="7725168" y="3218283"/>
            <a:ext cx="598248" cy="678565"/>
          </a:xfrm>
          <a:custGeom>
            <a:avLst/>
            <a:gdLst/>
            <a:ahLst/>
            <a:cxnLst/>
            <a:rect l="l" t="t" r="r" b="b"/>
            <a:pathLst>
              <a:path w="11441" h="12977" extrusionOk="0">
                <a:moveTo>
                  <a:pt x="192" y="0"/>
                </a:moveTo>
                <a:lnTo>
                  <a:pt x="115" y="77"/>
                </a:lnTo>
                <a:lnTo>
                  <a:pt x="39" y="115"/>
                </a:lnTo>
                <a:lnTo>
                  <a:pt x="0" y="192"/>
                </a:lnTo>
                <a:lnTo>
                  <a:pt x="0" y="269"/>
                </a:lnTo>
                <a:lnTo>
                  <a:pt x="0" y="384"/>
                </a:lnTo>
                <a:lnTo>
                  <a:pt x="39" y="461"/>
                </a:lnTo>
                <a:lnTo>
                  <a:pt x="230" y="691"/>
                </a:lnTo>
                <a:lnTo>
                  <a:pt x="422" y="883"/>
                </a:lnTo>
                <a:lnTo>
                  <a:pt x="806" y="1190"/>
                </a:lnTo>
                <a:lnTo>
                  <a:pt x="1190" y="1421"/>
                </a:lnTo>
                <a:lnTo>
                  <a:pt x="1536" y="1574"/>
                </a:lnTo>
                <a:lnTo>
                  <a:pt x="1843" y="1651"/>
                </a:lnTo>
                <a:lnTo>
                  <a:pt x="2073" y="1690"/>
                </a:lnTo>
                <a:lnTo>
                  <a:pt x="2150" y="1690"/>
                </a:lnTo>
                <a:lnTo>
                  <a:pt x="3609" y="2880"/>
                </a:lnTo>
                <a:lnTo>
                  <a:pt x="4031" y="3225"/>
                </a:lnTo>
                <a:lnTo>
                  <a:pt x="3954" y="3187"/>
                </a:lnTo>
                <a:lnTo>
                  <a:pt x="3724" y="3110"/>
                </a:lnTo>
                <a:lnTo>
                  <a:pt x="3417" y="2995"/>
                </a:lnTo>
                <a:lnTo>
                  <a:pt x="3071" y="2956"/>
                </a:lnTo>
                <a:lnTo>
                  <a:pt x="2611" y="2956"/>
                </a:lnTo>
                <a:lnTo>
                  <a:pt x="2150" y="3033"/>
                </a:lnTo>
                <a:lnTo>
                  <a:pt x="1881" y="3110"/>
                </a:lnTo>
                <a:lnTo>
                  <a:pt x="1613" y="3225"/>
                </a:lnTo>
                <a:lnTo>
                  <a:pt x="1536" y="3264"/>
                </a:lnTo>
                <a:lnTo>
                  <a:pt x="1459" y="3340"/>
                </a:lnTo>
                <a:lnTo>
                  <a:pt x="1421" y="3417"/>
                </a:lnTo>
                <a:lnTo>
                  <a:pt x="1421" y="3494"/>
                </a:lnTo>
                <a:lnTo>
                  <a:pt x="1459" y="3609"/>
                </a:lnTo>
                <a:lnTo>
                  <a:pt x="1497" y="3686"/>
                </a:lnTo>
                <a:lnTo>
                  <a:pt x="1574" y="3724"/>
                </a:lnTo>
                <a:lnTo>
                  <a:pt x="1651" y="3763"/>
                </a:lnTo>
                <a:lnTo>
                  <a:pt x="1920" y="3839"/>
                </a:lnTo>
                <a:lnTo>
                  <a:pt x="2227" y="3878"/>
                </a:lnTo>
                <a:lnTo>
                  <a:pt x="2688" y="3878"/>
                </a:lnTo>
                <a:lnTo>
                  <a:pt x="3110" y="3801"/>
                </a:lnTo>
                <a:lnTo>
                  <a:pt x="3494" y="3686"/>
                </a:lnTo>
                <a:lnTo>
                  <a:pt x="3763" y="3532"/>
                </a:lnTo>
                <a:lnTo>
                  <a:pt x="3993" y="3417"/>
                </a:lnTo>
                <a:lnTo>
                  <a:pt x="4108" y="3302"/>
                </a:lnTo>
                <a:lnTo>
                  <a:pt x="4991" y="4031"/>
                </a:lnTo>
                <a:lnTo>
                  <a:pt x="6181" y="5106"/>
                </a:lnTo>
                <a:lnTo>
                  <a:pt x="6220" y="5183"/>
                </a:lnTo>
                <a:lnTo>
                  <a:pt x="6028" y="5068"/>
                </a:lnTo>
                <a:lnTo>
                  <a:pt x="5720" y="4953"/>
                </a:lnTo>
                <a:lnTo>
                  <a:pt x="5375" y="4876"/>
                </a:lnTo>
                <a:lnTo>
                  <a:pt x="4953" y="4838"/>
                </a:lnTo>
                <a:lnTo>
                  <a:pt x="4454" y="4876"/>
                </a:lnTo>
                <a:lnTo>
                  <a:pt x="4185" y="4914"/>
                </a:lnTo>
                <a:lnTo>
                  <a:pt x="3878" y="4991"/>
                </a:lnTo>
                <a:lnTo>
                  <a:pt x="3801" y="5030"/>
                </a:lnTo>
                <a:lnTo>
                  <a:pt x="3763" y="5106"/>
                </a:lnTo>
                <a:lnTo>
                  <a:pt x="3724" y="5183"/>
                </a:lnTo>
                <a:lnTo>
                  <a:pt x="3686" y="5260"/>
                </a:lnTo>
                <a:lnTo>
                  <a:pt x="3686" y="5337"/>
                </a:lnTo>
                <a:lnTo>
                  <a:pt x="3724" y="5413"/>
                </a:lnTo>
                <a:lnTo>
                  <a:pt x="3801" y="5490"/>
                </a:lnTo>
                <a:lnTo>
                  <a:pt x="3878" y="5529"/>
                </a:lnTo>
                <a:lnTo>
                  <a:pt x="4146" y="5644"/>
                </a:lnTo>
                <a:lnTo>
                  <a:pt x="4415" y="5682"/>
                </a:lnTo>
                <a:lnTo>
                  <a:pt x="4914" y="5759"/>
                </a:lnTo>
                <a:lnTo>
                  <a:pt x="5337" y="5721"/>
                </a:lnTo>
                <a:lnTo>
                  <a:pt x="5720" y="5644"/>
                </a:lnTo>
                <a:lnTo>
                  <a:pt x="6028" y="5529"/>
                </a:lnTo>
                <a:lnTo>
                  <a:pt x="6220" y="5413"/>
                </a:lnTo>
                <a:lnTo>
                  <a:pt x="6373" y="5298"/>
                </a:lnTo>
                <a:lnTo>
                  <a:pt x="7179" y="6143"/>
                </a:lnTo>
                <a:lnTo>
                  <a:pt x="7909" y="6949"/>
                </a:lnTo>
                <a:lnTo>
                  <a:pt x="7640" y="6796"/>
                </a:lnTo>
                <a:lnTo>
                  <a:pt x="7256" y="6680"/>
                </a:lnTo>
                <a:lnTo>
                  <a:pt x="6834" y="6604"/>
                </a:lnTo>
                <a:lnTo>
                  <a:pt x="6335" y="6604"/>
                </a:lnTo>
                <a:lnTo>
                  <a:pt x="6066" y="6642"/>
                </a:lnTo>
                <a:lnTo>
                  <a:pt x="5797" y="6680"/>
                </a:lnTo>
                <a:lnTo>
                  <a:pt x="5682" y="6719"/>
                </a:lnTo>
                <a:lnTo>
                  <a:pt x="5644" y="6796"/>
                </a:lnTo>
                <a:lnTo>
                  <a:pt x="5605" y="6872"/>
                </a:lnTo>
                <a:lnTo>
                  <a:pt x="5567" y="6949"/>
                </a:lnTo>
                <a:lnTo>
                  <a:pt x="5567" y="7026"/>
                </a:lnTo>
                <a:lnTo>
                  <a:pt x="5605" y="7103"/>
                </a:lnTo>
                <a:lnTo>
                  <a:pt x="5644" y="7180"/>
                </a:lnTo>
                <a:lnTo>
                  <a:pt x="5720" y="7218"/>
                </a:lnTo>
                <a:lnTo>
                  <a:pt x="6028" y="7333"/>
                </a:lnTo>
                <a:lnTo>
                  <a:pt x="6258" y="7410"/>
                </a:lnTo>
                <a:lnTo>
                  <a:pt x="6757" y="7487"/>
                </a:lnTo>
                <a:lnTo>
                  <a:pt x="7179" y="7525"/>
                </a:lnTo>
                <a:lnTo>
                  <a:pt x="7563" y="7448"/>
                </a:lnTo>
                <a:lnTo>
                  <a:pt x="7870" y="7371"/>
                </a:lnTo>
                <a:lnTo>
                  <a:pt x="8101" y="7295"/>
                </a:lnTo>
                <a:lnTo>
                  <a:pt x="8178" y="7256"/>
                </a:lnTo>
                <a:lnTo>
                  <a:pt x="8830" y="7947"/>
                </a:lnTo>
                <a:lnTo>
                  <a:pt x="9444" y="8754"/>
                </a:lnTo>
                <a:lnTo>
                  <a:pt x="9944" y="9483"/>
                </a:lnTo>
                <a:lnTo>
                  <a:pt x="10366" y="10136"/>
                </a:lnTo>
                <a:lnTo>
                  <a:pt x="10673" y="10750"/>
                </a:lnTo>
                <a:lnTo>
                  <a:pt x="10903" y="11249"/>
                </a:lnTo>
                <a:lnTo>
                  <a:pt x="11057" y="11710"/>
                </a:lnTo>
                <a:lnTo>
                  <a:pt x="11172" y="12094"/>
                </a:lnTo>
                <a:lnTo>
                  <a:pt x="11249" y="12401"/>
                </a:lnTo>
                <a:lnTo>
                  <a:pt x="11287" y="12785"/>
                </a:lnTo>
                <a:lnTo>
                  <a:pt x="11287" y="12900"/>
                </a:lnTo>
                <a:lnTo>
                  <a:pt x="11287" y="12938"/>
                </a:lnTo>
                <a:lnTo>
                  <a:pt x="11441" y="12977"/>
                </a:lnTo>
                <a:lnTo>
                  <a:pt x="11441" y="12785"/>
                </a:lnTo>
                <a:lnTo>
                  <a:pt x="11402" y="12362"/>
                </a:lnTo>
                <a:lnTo>
                  <a:pt x="11364" y="12055"/>
                </a:lnTo>
                <a:lnTo>
                  <a:pt x="11249" y="11633"/>
                </a:lnTo>
                <a:lnTo>
                  <a:pt x="11057" y="11172"/>
                </a:lnTo>
                <a:lnTo>
                  <a:pt x="10827" y="10673"/>
                </a:lnTo>
                <a:lnTo>
                  <a:pt x="10519" y="10059"/>
                </a:lnTo>
                <a:lnTo>
                  <a:pt x="10097" y="9406"/>
                </a:lnTo>
                <a:lnTo>
                  <a:pt x="9598" y="8677"/>
                </a:lnTo>
                <a:lnTo>
                  <a:pt x="8945" y="7871"/>
                </a:lnTo>
                <a:lnTo>
                  <a:pt x="8331" y="7141"/>
                </a:lnTo>
                <a:lnTo>
                  <a:pt x="8408" y="7026"/>
                </a:lnTo>
                <a:lnTo>
                  <a:pt x="8523" y="6796"/>
                </a:lnTo>
                <a:lnTo>
                  <a:pt x="8638" y="6488"/>
                </a:lnTo>
                <a:lnTo>
                  <a:pt x="8753" y="6143"/>
                </a:lnTo>
                <a:lnTo>
                  <a:pt x="8792" y="5721"/>
                </a:lnTo>
                <a:lnTo>
                  <a:pt x="8753" y="5222"/>
                </a:lnTo>
                <a:lnTo>
                  <a:pt x="8715" y="4953"/>
                </a:lnTo>
                <a:lnTo>
                  <a:pt x="8638" y="4684"/>
                </a:lnTo>
                <a:lnTo>
                  <a:pt x="8600" y="4569"/>
                </a:lnTo>
                <a:lnTo>
                  <a:pt x="8523" y="4530"/>
                </a:lnTo>
                <a:lnTo>
                  <a:pt x="8446" y="4492"/>
                </a:lnTo>
                <a:lnTo>
                  <a:pt x="8370" y="4454"/>
                </a:lnTo>
                <a:lnTo>
                  <a:pt x="8293" y="4454"/>
                </a:lnTo>
                <a:lnTo>
                  <a:pt x="8216" y="4492"/>
                </a:lnTo>
                <a:lnTo>
                  <a:pt x="8139" y="4569"/>
                </a:lnTo>
                <a:lnTo>
                  <a:pt x="8101" y="4646"/>
                </a:lnTo>
                <a:lnTo>
                  <a:pt x="7986" y="4914"/>
                </a:lnTo>
                <a:lnTo>
                  <a:pt x="7947" y="5183"/>
                </a:lnTo>
                <a:lnTo>
                  <a:pt x="7870" y="5682"/>
                </a:lnTo>
                <a:lnTo>
                  <a:pt x="7909" y="6105"/>
                </a:lnTo>
                <a:lnTo>
                  <a:pt x="7986" y="6488"/>
                </a:lnTo>
                <a:lnTo>
                  <a:pt x="8062" y="6796"/>
                </a:lnTo>
                <a:lnTo>
                  <a:pt x="8101" y="6872"/>
                </a:lnTo>
                <a:lnTo>
                  <a:pt x="7333" y="6028"/>
                </a:lnTo>
                <a:lnTo>
                  <a:pt x="6488" y="5183"/>
                </a:lnTo>
                <a:lnTo>
                  <a:pt x="6527" y="5145"/>
                </a:lnTo>
                <a:lnTo>
                  <a:pt x="6642" y="4914"/>
                </a:lnTo>
                <a:lnTo>
                  <a:pt x="6719" y="4607"/>
                </a:lnTo>
                <a:lnTo>
                  <a:pt x="6795" y="4223"/>
                </a:lnTo>
                <a:lnTo>
                  <a:pt x="6795" y="3801"/>
                </a:lnTo>
                <a:lnTo>
                  <a:pt x="6757" y="3302"/>
                </a:lnTo>
                <a:lnTo>
                  <a:pt x="6680" y="3033"/>
                </a:lnTo>
                <a:lnTo>
                  <a:pt x="6604" y="2764"/>
                </a:lnTo>
                <a:lnTo>
                  <a:pt x="6527" y="2688"/>
                </a:lnTo>
                <a:lnTo>
                  <a:pt x="6450" y="2611"/>
                </a:lnTo>
                <a:lnTo>
                  <a:pt x="6373" y="2611"/>
                </a:lnTo>
                <a:lnTo>
                  <a:pt x="6296" y="2573"/>
                </a:lnTo>
                <a:lnTo>
                  <a:pt x="6220" y="2611"/>
                </a:lnTo>
                <a:lnTo>
                  <a:pt x="6143" y="2649"/>
                </a:lnTo>
                <a:lnTo>
                  <a:pt x="6066" y="2726"/>
                </a:lnTo>
                <a:lnTo>
                  <a:pt x="6028" y="2803"/>
                </a:lnTo>
                <a:lnTo>
                  <a:pt x="5951" y="3072"/>
                </a:lnTo>
                <a:lnTo>
                  <a:pt x="5912" y="3340"/>
                </a:lnTo>
                <a:lnTo>
                  <a:pt x="5912" y="3839"/>
                </a:lnTo>
                <a:lnTo>
                  <a:pt x="5951" y="4262"/>
                </a:lnTo>
                <a:lnTo>
                  <a:pt x="6066" y="4646"/>
                </a:lnTo>
                <a:lnTo>
                  <a:pt x="6143" y="4876"/>
                </a:lnTo>
                <a:lnTo>
                  <a:pt x="6143" y="4876"/>
                </a:lnTo>
                <a:lnTo>
                  <a:pt x="5106" y="3916"/>
                </a:lnTo>
                <a:lnTo>
                  <a:pt x="4185" y="3148"/>
                </a:lnTo>
                <a:lnTo>
                  <a:pt x="4262" y="3072"/>
                </a:lnTo>
                <a:lnTo>
                  <a:pt x="4300" y="2841"/>
                </a:lnTo>
                <a:lnTo>
                  <a:pt x="4377" y="2534"/>
                </a:lnTo>
                <a:lnTo>
                  <a:pt x="4415" y="2189"/>
                </a:lnTo>
                <a:lnTo>
                  <a:pt x="4377" y="1728"/>
                </a:lnTo>
                <a:lnTo>
                  <a:pt x="4262" y="1267"/>
                </a:lnTo>
                <a:lnTo>
                  <a:pt x="4185" y="998"/>
                </a:lnTo>
                <a:lnTo>
                  <a:pt x="4070" y="730"/>
                </a:lnTo>
                <a:lnTo>
                  <a:pt x="3993" y="653"/>
                </a:lnTo>
                <a:lnTo>
                  <a:pt x="3916" y="615"/>
                </a:lnTo>
                <a:lnTo>
                  <a:pt x="3839" y="576"/>
                </a:lnTo>
                <a:lnTo>
                  <a:pt x="3763" y="576"/>
                </a:lnTo>
                <a:lnTo>
                  <a:pt x="3686" y="615"/>
                </a:lnTo>
                <a:lnTo>
                  <a:pt x="3609" y="653"/>
                </a:lnTo>
                <a:lnTo>
                  <a:pt x="3532" y="730"/>
                </a:lnTo>
                <a:lnTo>
                  <a:pt x="3532" y="806"/>
                </a:lnTo>
                <a:lnTo>
                  <a:pt x="3455" y="1114"/>
                </a:lnTo>
                <a:lnTo>
                  <a:pt x="3455" y="1382"/>
                </a:lnTo>
                <a:lnTo>
                  <a:pt x="3494" y="1881"/>
                </a:lnTo>
                <a:lnTo>
                  <a:pt x="3571" y="2304"/>
                </a:lnTo>
                <a:lnTo>
                  <a:pt x="3724" y="2649"/>
                </a:lnTo>
                <a:lnTo>
                  <a:pt x="3801" y="2803"/>
                </a:lnTo>
                <a:lnTo>
                  <a:pt x="3724" y="2726"/>
                </a:lnTo>
                <a:lnTo>
                  <a:pt x="2227" y="1536"/>
                </a:lnTo>
                <a:lnTo>
                  <a:pt x="2227" y="1498"/>
                </a:lnTo>
                <a:lnTo>
                  <a:pt x="2073" y="1267"/>
                </a:lnTo>
                <a:lnTo>
                  <a:pt x="1920" y="998"/>
                </a:lnTo>
                <a:lnTo>
                  <a:pt x="1651" y="730"/>
                </a:lnTo>
                <a:lnTo>
                  <a:pt x="1305" y="461"/>
                </a:lnTo>
                <a:lnTo>
                  <a:pt x="883" y="192"/>
                </a:lnTo>
                <a:lnTo>
                  <a:pt x="653" y="115"/>
                </a:lnTo>
                <a:lnTo>
                  <a:pt x="3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3" name="Google Shape;403;p39"/>
          <p:cNvGrpSpPr/>
          <p:nvPr/>
        </p:nvGrpSpPr>
        <p:grpSpPr>
          <a:xfrm rot="1174561">
            <a:off x="7588038" y="3173188"/>
            <a:ext cx="487521" cy="553399"/>
            <a:chOff x="1413615" y="2651878"/>
            <a:chExt cx="301880" cy="342673"/>
          </a:xfrm>
        </p:grpSpPr>
        <p:sp>
          <p:nvSpPr>
            <p:cNvPr id="404" name="Google Shape;404;p39"/>
            <p:cNvSpPr/>
            <p:nvPr/>
          </p:nvSpPr>
          <p:spPr>
            <a:xfrm>
              <a:off x="1415952" y="2651878"/>
              <a:ext cx="299543" cy="341494"/>
            </a:xfrm>
            <a:custGeom>
              <a:avLst/>
              <a:gdLst/>
              <a:ahLst/>
              <a:cxnLst/>
              <a:rect l="l" t="t" r="r" b="b"/>
              <a:pathLst>
                <a:path w="9868" h="11250" extrusionOk="0">
                  <a:moveTo>
                    <a:pt x="5414" y="1"/>
                  </a:moveTo>
                  <a:lnTo>
                    <a:pt x="5145" y="116"/>
                  </a:lnTo>
                  <a:lnTo>
                    <a:pt x="4876" y="308"/>
                  </a:lnTo>
                  <a:lnTo>
                    <a:pt x="4569" y="577"/>
                  </a:lnTo>
                  <a:lnTo>
                    <a:pt x="4301" y="884"/>
                  </a:lnTo>
                  <a:lnTo>
                    <a:pt x="3993" y="1268"/>
                  </a:lnTo>
                  <a:lnTo>
                    <a:pt x="3725" y="1652"/>
                  </a:lnTo>
                  <a:lnTo>
                    <a:pt x="3264" y="2420"/>
                  </a:lnTo>
                  <a:lnTo>
                    <a:pt x="2880" y="3149"/>
                  </a:lnTo>
                  <a:lnTo>
                    <a:pt x="2496" y="3840"/>
                  </a:lnTo>
                  <a:lnTo>
                    <a:pt x="2650" y="3379"/>
                  </a:lnTo>
                  <a:lnTo>
                    <a:pt x="2765" y="2919"/>
                  </a:lnTo>
                  <a:lnTo>
                    <a:pt x="2803" y="2420"/>
                  </a:lnTo>
                  <a:lnTo>
                    <a:pt x="2803" y="2189"/>
                  </a:lnTo>
                  <a:lnTo>
                    <a:pt x="2803" y="1959"/>
                  </a:lnTo>
                  <a:lnTo>
                    <a:pt x="2726" y="1767"/>
                  </a:lnTo>
                  <a:lnTo>
                    <a:pt x="2611" y="1613"/>
                  </a:lnTo>
                  <a:lnTo>
                    <a:pt x="2458" y="1498"/>
                  </a:lnTo>
                  <a:lnTo>
                    <a:pt x="2266" y="1421"/>
                  </a:lnTo>
                  <a:lnTo>
                    <a:pt x="1997" y="1460"/>
                  </a:lnTo>
                  <a:lnTo>
                    <a:pt x="1690" y="1537"/>
                  </a:lnTo>
                  <a:lnTo>
                    <a:pt x="1498" y="1613"/>
                  </a:lnTo>
                  <a:lnTo>
                    <a:pt x="1344" y="1767"/>
                  </a:lnTo>
                  <a:lnTo>
                    <a:pt x="1191" y="1921"/>
                  </a:lnTo>
                  <a:lnTo>
                    <a:pt x="1037" y="2151"/>
                  </a:lnTo>
                  <a:lnTo>
                    <a:pt x="922" y="2420"/>
                  </a:lnTo>
                  <a:lnTo>
                    <a:pt x="807" y="2688"/>
                  </a:lnTo>
                  <a:lnTo>
                    <a:pt x="615" y="3341"/>
                  </a:lnTo>
                  <a:lnTo>
                    <a:pt x="423" y="4109"/>
                  </a:lnTo>
                  <a:lnTo>
                    <a:pt x="308" y="4915"/>
                  </a:lnTo>
                  <a:lnTo>
                    <a:pt x="193" y="5760"/>
                  </a:lnTo>
                  <a:lnTo>
                    <a:pt x="116" y="6643"/>
                  </a:lnTo>
                  <a:lnTo>
                    <a:pt x="39" y="8370"/>
                  </a:lnTo>
                  <a:lnTo>
                    <a:pt x="1" y="9829"/>
                  </a:lnTo>
                  <a:lnTo>
                    <a:pt x="1" y="11250"/>
                  </a:lnTo>
                  <a:lnTo>
                    <a:pt x="960" y="11173"/>
                  </a:lnTo>
                  <a:lnTo>
                    <a:pt x="1997" y="11019"/>
                  </a:lnTo>
                  <a:lnTo>
                    <a:pt x="3187" y="10827"/>
                  </a:lnTo>
                  <a:lnTo>
                    <a:pt x="3801" y="10674"/>
                  </a:lnTo>
                  <a:lnTo>
                    <a:pt x="4416" y="10482"/>
                  </a:lnTo>
                  <a:lnTo>
                    <a:pt x="4992" y="10290"/>
                  </a:lnTo>
                  <a:lnTo>
                    <a:pt x="5567" y="10060"/>
                  </a:lnTo>
                  <a:lnTo>
                    <a:pt x="6067" y="9791"/>
                  </a:lnTo>
                  <a:lnTo>
                    <a:pt x="6489" y="9484"/>
                  </a:lnTo>
                  <a:lnTo>
                    <a:pt x="6681" y="9330"/>
                  </a:lnTo>
                  <a:lnTo>
                    <a:pt x="6834" y="9138"/>
                  </a:lnTo>
                  <a:lnTo>
                    <a:pt x="6988" y="8946"/>
                  </a:lnTo>
                  <a:lnTo>
                    <a:pt x="7103" y="8754"/>
                  </a:lnTo>
                  <a:lnTo>
                    <a:pt x="7218" y="8447"/>
                  </a:lnTo>
                  <a:lnTo>
                    <a:pt x="7218" y="8178"/>
                  </a:lnTo>
                  <a:lnTo>
                    <a:pt x="7180" y="7948"/>
                  </a:lnTo>
                  <a:lnTo>
                    <a:pt x="7026" y="7756"/>
                  </a:lnTo>
                  <a:lnTo>
                    <a:pt x="6873" y="7603"/>
                  </a:lnTo>
                  <a:lnTo>
                    <a:pt x="6642" y="7487"/>
                  </a:lnTo>
                  <a:lnTo>
                    <a:pt x="6374" y="7411"/>
                  </a:lnTo>
                  <a:lnTo>
                    <a:pt x="6105" y="7372"/>
                  </a:lnTo>
                  <a:lnTo>
                    <a:pt x="5491" y="7295"/>
                  </a:lnTo>
                  <a:lnTo>
                    <a:pt x="4953" y="7295"/>
                  </a:lnTo>
                  <a:lnTo>
                    <a:pt x="4416" y="7334"/>
                  </a:lnTo>
                  <a:lnTo>
                    <a:pt x="4416" y="7334"/>
                  </a:lnTo>
                  <a:lnTo>
                    <a:pt x="5222" y="7180"/>
                  </a:lnTo>
                  <a:lnTo>
                    <a:pt x="6067" y="6988"/>
                  </a:lnTo>
                  <a:lnTo>
                    <a:pt x="7026" y="6681"/>
                  </a:lnTo>
                  <a:lnTo>
                    <a:pt x="7525" y="6528"/>
                  </a:lnTo>
                  <a:lnTo>
                    <a:pt x="7986" y="6336"/>
                  </a:lnTo>
                  <a:lnTo>
                    <a:pt x="8447" y="6105"/>
                  </a:lnTo>
                  <a:lnTo>
                    <a:pt x="8869" y="5875"/>
                  </a:lnTo>
                  <a:lnTo>
                    <a:pt x="9215" y="5606"/>
                  </a:lnTo>
                  <a:lnTo>
                    <a:pt x="9522" y="5337"/>
                  </a:lnTo>
                  <a:lnTo>
                    <a:pt x="9752" y="5030"/>
                  </a:lnTo>
                  <a:lnTo>
                    <a:pt x="9791" y="4877"/>
                  </a:lnTo>
                  <a:lnTo>
                    <a:pt x="9867" y="4723"/>
                  </a:lnTo>
                  <a:lnTo>
                    <a:pt x="9867" y="4416"/>
                  </a:lnTo>
                  <a:lnTo>
                    <a:pt x="9829" y="4186"/>
                  </a:lnTo>
                  <a:lnTo>
                    <a:pt x="9714" y="3994"/>
                  </a:lnTo>
                  <a:lnTo>
                    <a:pt x="9560" y="3879"/>
                  </a:lnTo>
                  <a:lnTo>
                    <a:pt x="9368" y="3802"/>
                  </a:lnTo>
                  <a:lnTo>
                    <a:pt x="9138" y="3763"/>
                  </a:lnTo>
                  <a:lnTo>
                    <a:pt x="8869" y="3763"/>
                  </a:lnTo>
                  <a:lnTo>
                    <a:pt x="8600" y="3802"/>
                  </a:lnTo>
                  <a:lnTo>
                    <a:pt x="8063" y="3917"/>
                  </a:lnTo>
                  <a:lnTo>
                    <a:pt x="7602" y="4032"/>
                  </a:lnTo>
                  <a:lnTo>
                    <a:pt x="7142" y="4224"/>
                  </a:lnTo>
                  <a:lnTo>
                    <a:pt x="7679" y="3879"/>
                  </a:lnTo>
                  <a:lnTo>
                    <a:pt x="8217" y="3495"/>
                  </a:lnTo>
                  <a:lnTo>
                    <a:pt x="8792" y="3034"/>
                  </a:lnTo>
                  <a:lnTo>
                    <a:pt x="9061" y="2765"/>
                  </a:lnTo>
                  <a:lnTo>
                    <a:pt x="9291" y="2535"/>
                  </a:lnTo>
                  <a:lnTo>
                    <a:pt x="9522" y="2228"/>
                  </a:lnTo>
                  <a:lnTo>
                    <a:pt x="9675" y="1959"/>
                  </a:lnTo>
                  <a:lnTo>
                    <a:pt x="9752" y="1690"/>
                  </a:lnTo>
                  <a:lnTo>
                    <a:pt x="9752" y="1421"/>
                  </a:lnTo>
                  <a:lnTo>
                    <a:pt x="9714" y="1306"/>
                  </a:lnTo>
                  <a:lnTo>
                    <a:pt x="9675" y="1191"/>
                  </a:lnTo>
                  <a:lnTo>
                    <a:pt x="9599" y="1076"/>
                  </a:lnTo>
                  <a:lnTo>
                    <a:pt x="9483" y="961"/>
                  </a:lnTo>
                  <a:lnTo>
                    <a:pt x="9368" y="846"/>
                  </a:lnTo>
                  <a:lnTo>
                    <a:pt x="9215" y="769"/>
                  </a:lnTo>
                  <a:lnTo>
                    <a:pt x="8946" y="692"/>
                  </a:lnTo>
                  <a:lnTo>
                    <a:pt x="8639" y="654"/>
                  </a:lnTo>
                  <a:lnTo>
                    <a:pt x="8332" y="730"/>
                  </a:lnTo>
                  <a:lnTo>
                    <a:pt x="8025" y="846"/>
                  </a:lnTo>
                  <a:lnTo>
                    <a:pt x="7717" y="999"/>
                  </a:lnTo>
                  <a:lnTo>
                    <a:pt x="7410" y="1191"/>
                  </a:lnTo>
                  <a:lnTo>
                    <a:pt x="7103" y="1421"/>
                  </a:lnTo>
                  <a:lnTo>
                    <a:pt x="6527" y="1882"/>
                  </a:lnTo>
                  <a:lnTo>
                    <a:pt x="6067" y="2343"/>
                  </a:lnTo>
                  <a:lnTo>
                    <a:pt x="5683" y="2804"/>
                  </a:lnTo>
                  <a:lnTo>
                    <a:pt x="5683" y="2804"/>
                  </a:lnTo>
                  <a:lnTo>
                    <a:pt x="5875" y="2496"/>
                  </a:lnTo>
                  <a:lnTo>
                    <a:pt x="6105" y="2189"/>
                  </a:lnTo>
                  <a:lnTo>
                    <a:pt x="6297" y="1767"/>
                  </a:lnTo>
                  <a:lnTo>
                    <a:pt x="6374" y="1575"/>
                  </a:lnTo>
                  <a:lnTo>
                    <a:pt x="6412" y="1345"/>
                  </a:lnTo>
                  <a:lnTo>
                    <a:pt x="6450" y="1114"/>
                  </a:lnTo>
                  <a:lnTo>
                    <a:pt x="6450" y="922"/>
                  </a:lnTo>
                  <a:lnTo>
                    <a:pt x="6412" y="692"/>
                  </a:lnTo>
                  <a:lnTo>
                    <a:pt x="6297" y="500"/>
                  </a:lnTo>
                  <a:lnTo>
                    <a:pt x="6143" y="270"/>
                  </a:lnTo>
                  <a:lnTo>
                    <a:pt x="5951" y="116"/>
                  </a:lnTo>
                  <a:lnTo>
                    <a:pt x="5836" y="39"/>
                  </a:lnTo>
                  <a:lnTo>
                    <a:pt x="56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1413615" y="2783583"/>
              <a:ext cx="152716" cy="210967"/>
            </a:xfrm>
            <a:custGeom>
              <a:avLst/>
              <a:gdLst/>
              <a:ahLst/>
              <a:cxnLst/>
              <a:rect l="l" t="t" r="r" b="b"/>
              <a:pathLst>
                <a:path w="5031" h="6950" extrusionOk="0">
                  <a:moveTo>
                    <a:pt x="4953" y="0"/>
                  </a:moveTo>
                  <a:lnTo>
                    <a:pt x="4339" y="423"/>
                  </a:lnTo>
                  <a:lnTo>
                    <a:pt x="3802" y="922"/>
                  </a:lnTo>
                  <a:lnTo>
                    <a:pt x="3264" y="1421"/>
                  </a:lnTo>
                  <a:lnTo>
                    <a:pt x="2803" y="1997"/>
                  </a:lnTo>
                  <a:lnTo>
                    <a:pt x="2343" y="2572"/>
                  </a:lnTo>
                  <a:lnTo>
                    <a:pt x="1959" y="3110"/>
                  </a:lnTo>
                  <a:lnTo>
                    <a:pt x="1575" y="3686"/>
                  </a:lnTo>
                  <a:lnTo>
                    <a:pt x="1229" y="4262"/>
                  </a:lnTo>
                  <a:lnTo>
                    <a:pt x="692" y="5260"/>
                  </a:lnTo>
                  <a:lnTo>
                    <a:pt x="308" y="6104"/>
                  </a:lnTo>
                  <a:lnTo>
                    <a:pt x="1" y="6872"/>
                  </a:lnTo>
                  <a:lnTo>
                    <a:pt x="154" y="6949"/>
                  </a:lnTo>
                  <a:lnTo>
                    <a:pt x="193" y="6872"/>
                  </a:lnTo>
                  <a:lnTo>
                    <a:pt x="346" y="6527"/>
                  </a:lnTo>
                  <a:lnTo>
                    <a:pt x="615" y="5913"/>
                  </a:lnTo>
                  <a:lnTo>
                    <a:pt x="999" y="5030"/>
                  </a:lnTo>
                  <a:lnTo>
                    <a:pt x="1537" y="4070"/>
                  </a:lnTo>
                  <a:lnTo>
                    <a:pt x="1882" y="3532"/>
                  </a:lnTo>
                  <a:lnTo>
                    <a:pt x="2228" y="2995"/>
                  </a:lnTo>
                  <a:lnTo>
                    <a:pt x="2612" y="2496"/>
                  </a:lnTo>
                  <a:lnTo>
                    <a:pt x="3034" y="1958"/>
                  </a:lnTo>
                  <a:lnTo>
                    <a:pt x="3495" y="1459"/>
                  </a:lnTo>
                  <a:lnTo>
                    <a:pt x="3955" y="998"/>
                  </a:lnTo>
                  <a:lnTo>
                    <a:pt x="4493" y="538"/>
                  </a:lnTo>
                  <a:lnTo>
                    <a:pt x="5030" y="154"/>
                  </a:lnTo>
                  <a:lnTo>
                    <a:pt x="49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6" name="Google Shape;406;p39"/>
          <p:cNvGrpSpPr/>
          <p:nvPr/>
        </p:nvGrpSpPr>
        <p:grpSpPr>
          <a:xfrm>
            <a:off x="5530708" y="1655387"/>
            <a:ext cx="2459269" cy="2447803"/>
            <a:chOff x="8564075" y="1187220"/>
            <a:chExt cx="2500782" cy="2489122"/>
          </a:xfrm>
        </p:grpSpPr>
        <p:grpSp>
          <p:nvGrpSpPr>
            <p:cNvPr id="407" name="Google Shape;407;p39"/>
            <p:cNvGrpSpPr/>
            <p:nvPr/>
          </p:nvGrpSpPr>
          <p:grpSpPr>
            <a:xfrm>
              <a:off x="9476295" y="1187220"/>
              <a:ext cx="300510" cy="1032182"/>
              <a:chOff x="1966019" y="2380507"/>
              <a:chExt cx="302537" cy="1039144"/>
            </a:xfrm>
          </p:grpSpPr>
          <p:sp>
            <p:nvSpPr>
              <p:cNvPr id="408" name="Google Shape;408;p39"/>
              <p:cNvSpPr/>
              <p:nvPr/>
            </p:nvSpPr>
            <p:spPr>
              <a:xfrm>
                <a:off x="1966019" y="2380507"/>
                <a:ext cx="134315" cy="1039144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20502" extrusionOk="0">
                    <a:moveTo>
                      <a:pt x="0" y="1"/>
                    </a:moveTo>
                    <a:lnTo>
                      <a:pt x="0" y="20502"/>
                    </a:lnTo>
                    <a:lnTo>
                      <a:pt x="2649" y="20502"/>
                    </a:lnTo>
                    <a:lnTo>
                      <a:pt x="264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39"/>
              <p:cNvSpPr/>
              <p:nvPr/>
            </p:nvSpPr>
            <p:spPr>
              <a:xfrm>
                <a:off x="1966019" y="2493382"/>
                <a:ext cx="134315" cy="56463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1114" extrusionOk="0">
                    <a:moveTo>
                      <a:pt x="0" y="0"/>
                    </a:moveTo>
                    <a:lnTo>
                      <a:pt x="0" y="1114"/>
                    </a:lnTo>
                    <a:lnTo>
                      <a:pt x="2649" y="1114"/>
                    </a:lnTo>
                    <a:lnTo>
                      <a:pt x="264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39"/>
              <p:cNvSpPr/>
              <p:nvPr/>
            </p:nvSpPr>
            <p:spPr>
              <a:xfrm>
                <a:off x="1966019" y="2606256"/>
                <a:ext cx="134315" cy="46732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922" extrusionOk="0">
                    <a:moveTo>
                      <a:pt x="0" y="0"/>
                    </a:moveTo>
                    <a:lnTo>
                      <a:pt x="0" y="922"/>
                    </a:lnTo>
                    <a:lnTo>
                      <a:pt x="2649" y="922"/>
                    </a:lnTo>
                    <a:lnTo>
                      <a:pt x="264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39"/>
              <p:cNvSpPr/>
              <p:nvPr/>
            </p:nvSpPr>
            <p:spPr>
              <a:xfrm>
                <a:off x="1966019" y="3230843"/>
                <a:ext cx="134315" cy="62343"/>
              </a:xfrm>
              <a:custGeom>
                <a:avLst/>
                <a:gdLst/>
                <a:ahLst/>
                <a:cxnLst/>
                <a:rect l="l" t="t" r="r" b="b"/>
                <a:pathLst>
                  <a:path w="2650" h="1230" extrusionOk="0">
                    <a:moveTo>
                      <a:pt x="0" y="1"/>
                    </a:moveTo>
                    <a:lnTo>
                      <a:pt x="0" y="1229"/>
                    </a:lnTo>
                    <a:lnTo>
                      <a:pt x="2649" y="1229"/>
                    </a:lnTo>
                    <a:lnTo>
                      <a:pt x="2649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39"/>
              <p:cNvSpPr/>
              <p:nvPr/>
            </p:nvSpPr>
            <p:spPr>
              <a:xfrm>
                <a:off x="2100283" y="2380507"/>
                <a:ext cx="165436" cy="1039144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502" extrusionOk="0">
                    <a:moveTo>
                      <a:pt x="0" y="1"/>
                    </a:moveTo>
                    <a:lnTo>
                      <a:pt x="0" y="20502"/>
                    </a:lnTo>
                    <a:lnTo>
                      <a:pt x="3263" y="19005"/>
                    </a:lnTo>
                    <a:lnTo>
                      <a:pt x="3263" y="8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39"/>
              <p:cNvSpPr/>
              <p:nvPr/>
            </p:nvSpPr>
            <p:spPr>
              <a:xfrm>
                <a:off x="2103120" y="2380507"/>
                <a:ext cx="165436" cy="1039144"/>
              </a:xfrm>
              <a:custGeom>
                <a:avLst/>
                <a:gdLst/>
                <a:ahLst/>
                <a:cxnLst/>
                <a:rect l="l" t="t" r="r" b="b"/>
                <a:pathLst>
                  <a:path w="3264" h="20502" extrusionOk="0">
                    <a:moveTo>
                      <a:pt x="0" y="1"/>
                    </a:moveTo>
                    <a:lnTo>
                      <a:pt x="0" y="20502"/>
                    </a:lnTo>
                    <a:lnTo>
                      <a:pt x="3263" y="19005"/>
                    </a:lnTo>
                    <a:lnTo>
                      <a:pt x="3263" y="8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39"/>
            <p:cNvGrpSpPr/>
            <p:nvPr/>
          </p:nvGrpSpPr>
          <p:grpSpPr>
            <a:xfrm>
              <a:off x="9695934" y="1421766"/>
              <a:ext cx="320900" cy="883361"/>
              <a:chOff x="4266788" y="2397066"/>
              <a:chExt cx="323065" cy="889319"/>
            </a:xfrm>
          </p:grpSpPr>
          <p:sp>
            <p:nvSpPr>
              <p:cNvPr id="415" name="Google Shape;415;p39"/>
              <p:cNvSpPr/>
              <p:nvPr/>
            </p:nvSpPr>
            <p:spPr>
              <a:xfrm>
                <a:off x="4266788" y="2397066"/>
                <a:ext cx="177144" cy="889319"/>
              </a:xfrm>
              <a:custGeom>
                <a:avLst/>
                <a:gdLst/>
                <a:ahLst/>
                <a:cxnLst/>
                <a:rect l="l" t="t" r="r" b="b"/>
                <a:pathLst>
                  <a:path w="3495" h="17546" extrusionOk="0">
                    <a:moveTo>
                      <a:pt x="0" y="0"/>
                    </a:moveTo>
                    <a:lnTo>
                      <a:pt x="0" y="17545"/>
                    </a:lnTo>
                    <a:lnTo>
                      <a:pt x="3494" y="17545"/>
                    </a:lnTo>
                    <a:lnTo>
                      <a:pt x="34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39"/>
              <p:cNvSpPr/>
              <p:nvPr/>
            </p:nvSpPr>
            <p:spPr>
              <a:xfrm>
                <a:off x="4295982" y="2488501"/>
                <a:ext cx="112926" cy="112926"/>
              </a:xfrm>
              <a:custGeom>
                <a:avLst/>
                <a:gdLst/>
                <a:ahLst/>
                <a:cxnLst/>
                <a:rect l="l" t="t" r="r" b="b"/>
                <a:pathLst>
                  <a:path w="2228" h="2228" extrusionOk="0">
                    <a:moveTo>
                      <a:pt x="883" y="1"/>
                    </a:moveTo>
                    <a:lnTo>
                      <a:pt x="691" y="77"/>
                    </a:lnTo>
                    <a:lnTo>
                      <a:pt x="499" y="193"/>
                    </a:lnTo>
                    <a:lnTo>
                      <a:pt x="307" y="308"/>
                    </a:lnTo>
                    <a:lnTo>
                      <a:pt x="192" y="500"/>
                    </a:lnTo>
                    <a:lnTo>
                      <a:pt x="77" y="692"/>
                    </a:lnTo>
                    <a:lnTo>
                      <a:pt x="0" y="884"/>
                    </a:lnTo>
                    <a:lnTo>
                      <a:pt x="0" y="1114"/>
                    </a:lnTo>
                    <a:lnTo>
                      <a:pt x="0" y="1344"/>
                    </a:lnTo>
                    <a:lnTo>
                      <a:pt x="77" y="1536"/>
                    </a:lnTo>
                    <a:lnTo>
                      <a:pt x="192" y="1728"/>
                    </a:lnTo>
                    <a:lnTo>
                      <a:pt x="307" y="1920"/>
                    </a:lnTo>
                    <a:lnTo>
                      <a:pt x="499" y="2035"/>
                    </a:lnTo>
                    <a:lnTo>
                      <a:pt x="691" y="2151"/>
                    </a:lnTo>
                    <a:lnTo>
                      <a:pt x="883" y="2227"/>
                    </a:lnTo>
                    <a:lnTo>
                      <a:pt x="1344" y="2227"/>
                    </a:lnTo>
                    <a:lnTo>
                      <a:pt x="1536" y="2151"/>
                    </a:lnTo>
                    <a:lnTo>
                      <a:pt x="1728" y="2035"/>
                    </a:lnTo>
                    <a:lnTo>
                      <a:pt x="1920" y="1920"/>
                    </a:lnTo>
                    <a:lnTo>
                      <a:pt x="2035" y="1728"/>
                    </a:lnTo>
                    <a:lnTo>
                      <a:pt x="2150" y="1536"/>
                    </a:lnTo>
                    <a:lnTo>
                      <a:pt x="2227" y="1344"/>
                    </a:lnTo>
                    <a:lnTo>
                      <a:pt x="2227" y="1114"/>
                    </a:lnTo>
                    <a:lnTo>
                      <a:pt x="2227" y="884"/>
                    </a:lnTo>
                    <a:lnTo>
                      <a:pt x="2150" y="692"/>
                    </a:lnTo>
                    <a:lnTo>
                      <a:pt x="2035" y="500"/>
                    </a:lnTo>
                    <a:lnTo>
                      <a:pt x="1920" y="308"/>
                    </a:lnTo>
                    <a:lnTo>
                      <a:pt x="1728" y="193"/>
                    </a:lnTo>
                    <a:lnTo>
                      <a:pt x="1536" y="77"/>
                    </a:lnTo>
                    <a:lnTo>
                      <a:pt x="134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39"/>
              <p:cNvSpPr/>
              <p:nvPr/>
            </p:nvSpPr>
            <p:spPr>
              <a:xfrm>
                <a:off x="4321274" y="2648056"/>
                <a:ext cx="62292" cy="62343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1230" extrusionOk="0">
                    <a:moveTo>
                      <a:pt x="615" y="1"/>
                    </a:moveTo>
                    <a:lnTo>
                      <a:pt x="499" y="39"/>
                    </a:lnTo>
                    <a:lnTo>
                      <a:pt x="384" y="39"/>
                    </a:lnTo>
                    <a:lnTo>
                      <a:pt x="192" y="193"/>
                    </a:lnTo>
                    <a:lnTo>
                      <a:pt x="39" y="385"/>
                    </a:lnTo>
                    <a:lnTo>
                      <a:pt x="0" y="500"/>
                    </a:lnTo>
                    <a:lnTo>
                      <a:pt x="0" y="615"/>
                    </a:lnTo>
                    <a:lnTo>
                      <a:pt x="0" y="730"/>
                    </a:lnTo>
                    <a:lnTo>
                      <a:pt x="39" y="845"/>
                    </a:lnTo>
                    <a:lnTo>
                      <a:pt x="192" y="1076"/>
                    </a:lnTo>
                    <a:lnTo>
                      <a:pt x="384" y="1191"/>
                    </a:lnTo>
                    <a:lnTo>
                      <a:pt x="499" y="1229"/>
                    </a:lnTo>
                    <a:lnTo>
                      <a:pt x="730" y="1229"/>
                    </a:lnTo>
                    <a:lnTo>
                      <a:pt x="845" y="1191"/>
                    </a:lnTo>
                    <a:lnTo>
                      <a:pt x="1037" y="1076"/>
                    </a:lnTo>
                    <a:lnTo>
                      <a:pt x="1191" y="845"/>
                    </a:lnTo>
                    <a:lnTo>
                      <a:pt x="1229" y="730"/>
                    </a:lnTo>
                    <a:lnTo>
                      <a:pt x="1229" y="615"/>
                    </a:lnTo>
                    <a:lnTo>
                      <a:pt x="1229" y="500"/>
                    </a:lnTo>
                    <a:lnTo>
                      <a:pt x="1191" y="385"/>
                    </a:lnTo>
                    <a:lnTo>
                      <a:pt x="1037" y="193"/>
                    </a:lnTo>
                    <a:lnTo>
                      <a:pt x="845" y="39"/>
                    </a:lnTo>
                    <a:lnTo>
                      <a:pt x="730" y="39"/>
                    </a:lnTo>
                    <a:lnTo>
                      <a:pt x="6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39"/>
              <p:cNvSpPr/>
              <p:nvPr/>
            </p:nvSpPr>
            <p:spPr>
              <a:xfrm>
                <a:off x="4321274" y="2751200"/>
                <a:ext cx="62292" cy="62343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1230" extrusionOk="0">
                    <a:moveTo>
                      <a:pt x="499" y="1"/>
                    </a:moveTo>
                    <a:lnTo>
                      <a:pt x="384" y="39"/>
                    </a:lnTo>
                    <a:lnTo>
                      <a:pt x="192" y="154"/>
                    </a:lnTo>
                    <a:lnTo>
                      <a:pt x="39" y="346"/>
                    </a:lnTo>
                    <a:lnTo>
                      <a:pt x="0" y="461"/>
                    </a:lnTo>
                    <a:lnTo>
                      <a:pt x="0" y="615"/>
                    </a:lnTo>
                    <a:lnTo>
                      <a:pt x="0" y="730"/>
                    </a:lnTo>
                    <a:lnTo>
                      <a:pt x="39" y="845"/>
                    </a:lnTo>
                    <a:lnTo>
                      <a:pt x="192" y="1037"/>
                    </a:lnTo>
                    <a:lnTo>
                      <a:pt x="384" y="1152"/>
                    </a:lnTo>
                    <a:lnTo>
                      <a:pt x="499" y="1191"/>
                    </a:lnTo>
                    <a:lnTo>
                      <a:pt x="615" y="1229"/>
                    </a:lnTo>
                    <a:lnTo>
                      <a:pt x="730" y="1191"/>
                    </a:lnTo>
                    <a:lnTo>
                      <a:pt x="845" y="1152"/>
                    </a:lnTo>
                    <a:lnTo>
                      <a:pt x="1037" y="1037"/>
                    </a:lnTo>
                    <a:lnTo>
                      <a:pt x="1191" y="845"/>
                    </a:lnTo>
                    <a:lnTo>
                      <a:pt x="1229" y="730"/>
                    </a:lnTo>
                    <a:lnTo>
                      <a:pt x="1229" y="615"/>
                    </a:lnTo>
                    <a:lnTo>
                      <a:pt x="1229" y="461"/>
                    </a:lnTo>
                    <a:lnTo>
                      <a:pt x="1191" y="346"/>
                    </a:lnTo>
                    <a:lnTo>
                      <a:pt x="1037" y="154"/>
                    </a:lnTo>
                    <a:lnTo>
                      <a:pt x="845" y="39"/>
                    </a:lnTo>
                    <a:lnTo>
                      <a:pt x="7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39"/>
              <p:cNvSpPr/>
              <p:nvPr/>
            </p:nvSpPr>
            <p:spPr>
              <a:xfrm>
                <a:off x="4443880" y="2397066"/>
                <a:ext cx="145973" cy="889319"/>
              </a:xfrm>
              <a:custGeom>
                <a:avLst/>
                <a:gdLst/>
                <a:ahLst/>
                <a:cxnLst/>
                <a:rect l="l" t="t" r="r" b="b"/>
                <a:pathLst>
                  <a:path w="2880" h="17546" extrusionOk="0">
                    <a:moveTo>
                      <a:pt x="0" y="0"/>
                    </a:moveTo>
                    <a:lnTo>
                      <a:pt x="0" y="17545"/>
                    </a:lnTo>
                    <a:lnTo>
                      <a:pt x="2879" y="16432"/>
                    </a:lnTo>
                    <a:lnTo>
                      <a:pt x="2879" y="8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0" name="Google Shape;420;p39"/>
            <p:cNvGrpSpPr/>
            <p:nvPr/>
          </p:nvGrpSpPr>
          <p:grpSpPr>
            <a:xfrm>
              <a:off x="9945163" y="1275358"/>
              <a:ext cx="320847" cy="944043"/>
              <a:chOff x="2555583" y="2553696"/>
              <a:chExt cx="272481" cy="801735"/>
            </a:xfrm>
          </p:grpSpPr>
          <p:sp>
            <p:nvSpPr>
              <p:cNvPr id="421" name="Google Shape;421;p39"/>
              <p:cNvSpPr/>
              <p:nvPr/>
            </p:nvSpPr>
            <p:spPr>
              <a:xfrm>
                <a:off x="2555583" y="2553696"/>
                <a:ext cx="169339" cy="801735"/>
              </a:xfrm>
              <a:custGeom>
                <a:avLst/>
                <a:gdLst/>
                <a:ahLst/>
                <a:cxnLst/>
                <a:rect l="l" t="t" r="r" b="b"/>
                <a:pathLst>
                  <a:path w="3341" h="15818" extrusionOk="0">
                    <a:moveTo>
                      <a:pt x="1" y="1"/>
                    </a:moveTo>
                    <a:lnTo>
                      <a:pt x="78" y="15818"/>
                    </a:lnTo>
                    <a:lnTo>
                      <a:pt x="3341" y="15818"/>
                    </a:lnTo>
                    <a:lnTo>
                      <a:pt x="326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39"/>
              <p:cNvSpPr/>
              <p:nvPr/>
            </p:nvSpPr>
            <p:spPr>
              <a:xfrm>
                <a:off x="2557559" y="3172505"/>
                <a:ext cx="167362" cy="27269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538" extrusionOk="0">
                    <a:moveTo>
                      <a:pt x="0" y="0"/>
                    </a:moveTo>
                    <a:lnTo>
                      <a:pt x="0" y="538"/>
                    </a:lnTo>
                    <a:lnTo>
                      <a:pt x="3302" y="461"/>
                    </a:lnTo>
                    <a:lnTo>
                      <a:pt x="33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39"/>
              <p:cNvSpPr/>
              <p:nvPr/>
            </p:nvSpPr>
            <p:spPr>
              <a:xfrm>
                <a:off x="2557559" y="3226991"/>
                <a:ext cx="167362" cy="27269"/>
              </a:xfrm>
              <a:custGeom>
                <a:avLst/>
                <a:gdLst/>
                <a:ahLst/>
                <a:cxnLst/>
                <a:rect l="l" t="t" r="r" b="b"/>
                <a:pathLst>
                  <a:path w="3302" h="538" extrusionOk="0">
                    <a:moveTo>
                      <a:pt x="3263" y="0"/>
                    </a:moveTo>
                    <a:lnTo>
                      <a:pt x="0" y="39"/>
                    </a:lnTo>
                    <a:lnTo>
                      <a:pt x="0" y="538"/>
                    </a:lnTo>
                    <a:lnTo>
                      <a:pt x="3302" y="461"/>
                    </a:lnTo>
                    <a:lnTo>
                      <a:pt x="326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39"/>
              <p:cNvSpPr/>
              <p:nvPr/>
            </p:nvSpPr>
            <p:spPr>
              <a:xfrm>
                <a:off x="2590606" y="2647108"/>
                <a:ext cx="93463" cy="247191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4877" extrusionOk="0">
                    <a:moveTo>
                      <a:pt x="193" y="0"/>
                    </a:moveTo>
                    <a:lnTo>
                      <a:pt x="116" y="77"/>
                    </a:lnTo>
                    <a:lnTo>
                      <a:pt x="78" y="154"/>
                    </a:lnTo>
                    <a:lnTo>
                      <a:pt x="1" y="269"/>
                    </a:lnTo>
                    <a:lnTo>
                      <a:pt x="39" y="4569"/>
                    </a:lnTo>
                    <a:lnTo>
                      <a:pt x="78" y="4723"/>
                    </a:lnTo>
                    <a:lnTo>
                      <a:pt x="116" y="4799"/>
                    </a:lnTo>
                    <a:lnTo>
                      <a:pt x="231" y="4838"/>
                    </a:lnTo>
                    <a:lnTo>
                      <a:pt x="308" y="4876"/>
                    </a:lnTo>
                    <a:lnTo>
                      <a:pt x="1613" y="4876"/>
                    </a:lnTo>
                    <a:lnTo>
                      <a:pt x="1728" y="4838"/>
                    </a:lnTo>
                    <a:lnTo>
                      <a:pt x="1805" y="4761"/>
                    </a:lnTo>
                    <a:lnTo>
                      <a:pt x="1844" y="4684"/>
                    </a:lnTo>
                    <a:lnTo>
                      <a:pt x="1844" y="4569"/>
                    </a:lnTo>
                    <a:lnTo>
                      <a:pt x="1805" y="269"/>
                    </a:lnTo>
                    <a:lnTo>
                      <a:pt x="1844" y="154"/>
                    </a:lnTo>
                    <a:lnTo>
                      <a:pt x="1767" y="77"/>
                    </a:lnTo>
                    <a:lnTo>
                      <a:pt x="1690" y="0"/>
                    </a:lnTo>
                    <a:lnTo>
                      <a:pt x="1575" y="0"/>
                    </a:lnTo>
                    <a:lnTo>
                      <a:pt x="308" y="39"/>
                    </a:lnTo>
                    <a:lnTo>
                      <a:pt x="19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39"/>
              <p:cNvSpPr/>
              <p:nvPr/>
            </p:nvSpPr>
            <p:spPr>
              <a:xfrm>
                <a:off x="2721017" y="2553696"/>
                <a:ext cx="107047" cy="80173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15818" extrusionOk="0">
                    <a:moveTo>
                      <a:pt x="0" y="1"/>
                    </a:moveTo>
                    <a:lnTo>
                      <a:pt x="77" y="15818"/>
                    </a:lnTo>
                    <a:lnTo>
                      <a:pt x="2112" y="15012"/>
                    </a:lnTo>
                    <a:lnTo>
                      <a:pt x="2035" y="61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6" name="Google Shape;426;p39"/>
            <p:cNvGrpSpPr/>
            <p:nvPr/>
          </p:nvGrpSpPr>
          <p:grpSpPr>
            <a:xfrm>
              <a:off x="9125875" y="3112312"/>
              <a:ext cx="1938982" cy="564030"/>
              <a:chOff x="323167" y="-722822"/>
              <a:chExt cx="1635582" cy="475814"/>
            </a:xfrm>
          </p:grpSpPr>
          <p:sp>
            <p:nvSpPr>
              <p:cNvPr id="427" name="Google Shape;427;p39"/>
              <p:cNvSpPr/>
              <p:nvPr/>
            </p:nvSpPr>
            <p:spPr>
              <a:xfrm flipH="1">
                <a:off x="323167" y="-722822"/>
                <a:ext cx="1513210" cy="113408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39"/>
              <p:cNvSpPr/>
              <p:nvPr/>
            </p:nvSpPr>
            <p:spPr>
              <a:xfrm flipH="1">
                <a:off x="517877" y="-618621"/>
                <a:ext cx="1440872" cy="371613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3149" extrusionOk="0">
                    <a:moveTo>
                      <a:pt x="1267" y="1"/>
                    </a:moveTo>
                    <a:lnTo>
                      <a:pt x="999" y="116"/>
                    </a:lnTo>
                    <a:lnTo>
                      <a:pt x="730" y="270"/>
                    </a:lnTo>
                    <a:lnTo>
                      <a:pt x="500" y="461"/>
                    </a:lnTo>
                    <a:lnTo>
                      <a:pt x="269" y="692"/>
                    </a:lnTo>
                    <a:lnTo>
                      <a:pt x="154" y="961"/>
                    </a:lnTo>
                    <a:lnTo>
                      <a:pt x="39" y="1268"/>
                    </a:lnTo>
                    <a:lnTo>
                      <a:pt x="0" y="1575"/>
                    </a:lnTo>
                    <a:lnTo>
                      <a:pt x="39" y="1882"/>
                    </a:lnTo>
                    <a:lnTo>
                      <a:pt x="154" y="2189"/>
                    </a:lnTo>
                    <a:lnTo>
                      <a:pt x="269" y="2458"/>
                    </a:lnTo>
                    <a:lnTo>
                      <a:pt x="500" y="2688"/>
                    </a:lnTo>
                    <a:lnTo>
                      <a:pt x="730" y="2880"/>
                    </a:lnTo>
                    <a:lnTo>
                      <a:pt x="999" y="3034"/>
                    </a:lnTo>
                    <a:lnTo>
                      <a:pt x="1267" y="3149"/>
                    </a:lnTo>
                    <a:lnTo>
                      <a:pt x="12209" y="3149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39"/>
              <p:cNvSpPr/>
              <p:nvPr/>
            </p:nvSpPr>
            <p:spPr>
              <a:xfrm flipH="1">
                <a:off x="517878" y="-577791"/>
                <a:ext cx="1377502" cy="290069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2458" extrusionOk="0">
                    <a:moveTo>
                      <a:pt x="1229" y="0"/>
                    </a:moveTo>
                    <a:lnTo>
                      <a:pt x="999" y="39"/>
                    </a:lnTo>
                    <a:lnTo>
                      <a:pt x="769" y="77"/>
                    </a:lnTo>
                    <a:lnTo>
                      <a:pt x="538" y="192"/>
                    </a:lnTo>
                    <a:lnTo>
                      <a:pt x="385" y="346"/>
                    </a:lnTo>
                    <a:lnTo>
                      <a:pt x="231" y="538"/>
                    </a:lnTo>
                    <a:lnTo>
                      <a:pt x="116" y="768"/>
                    </a:lnTo>
                    <a:lnTo>
                      <a:pt x="39" y="998"/>
                    </a:lnTo>
                    <a:lnTo>
                      <a:pt x="1" y="1229"/>
                    </a:lnTo>
                    <a:lnTo>
                      <a:pt x="39" y="1459"/>
                    </a:lnTo>
                    <a:lnTo>
                      <a:pt x="116" y="1690"/>
                    </a:lnTo>
                    <a:lnTo>
                      <a:pt x="231" y="1920"/>
                    </a:lnTo>
                    <a:lnTo>
                      <a:pt x="385" y="2112"/>
                    </a:lnTo>
                    <a:lnTo>
                      <a:pt x="538" y="2265"/>
                    </a:lnTo>
                    <a:lnTo>
                      <a:pt x="769" y="2342"/>
                    </a:lnTo>
                    <a:lnTo>
                      <a:pt x="999" y="2419"/>
                    </a:lnTo>
                    <a:lnTo>
                      <a:pt x="1229" y="2457"/>
                    </a:lnTo>
                    <a:lnTo>
                      <a:pt x="11672" y="2457"/>
                    </a:lnTo>
                    <a:lnTo>
                      <a:pt x="116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39"/>
              <p:cNvSpPr/>
              <p:nvPr/>
            </p:nvSpPr>
            <p:spPr>
              <a:xfrm flipH="1">
                <a:off x="323189" y="-722822"/>
                <a:ext cx="194830" cy="145152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230" extrusionOk="0">
                    <a:moveTo>
                      <a:pt x="1651" y="1"/>
                    </a:moveTo>
                    <a:lnTo>
                      <a:pt x="0" y="884"/>
                    </a:lnTo>
                    <a:lnTo>
                      <a:pt x="0" y="1229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39"/>
              <p:cNvSpPr/>
              <p:nvPr/>
            </p:nvSpPr>
            <p:spPr>
              <a:xfrm flipH="1">
                <a:off x="323189" y="-387563"/>
                <a:ext cx="194830" cy="140550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191" extrusionOk="0">
                    <a:moveTo>
                      <a:pt x="1651" y="1"/>
                    </a:moveTo>
                    <a:lnTo>
                      <a:pt x="0" y="845"/>
                    </a:lnTo>
                    <a:lnTo>
                      <a:pt x="0" y="1191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39"/>
              <p:cNvSpPr/>
              <p:nvPr/>
            </p:nvSpPr>
            <p:spPr>
              <a:xfrm flipH="1">
                <a:off x="345847" y="-668420"/>
                <a:ext cx="172173" cy="380700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226" extrusionOk="0">
                    <a:moveTo>
                      <a:pt x="1459" y="0"/>
                    </a:moveTo>
                    <a:lnTo>
                      <a:pt x="0" y="768"/>
                    </a:lnTo>
                    <a:lnTo>
                      <a:pt x="0" y="3225"/>
                    </a:lnTo>
                    <a:lnTo>
                      <a:pt x="1459" y="2458"/>
                    </a:ln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39"/>
              <p:cNvSpPr/>
              <p:nvPr/>
            </p:nvSpPr>
            <p:spPr>
              <a:xfrm flipH="1">
                <a:off x="1510089" y="-491764"/>
                <a:ext cx="172291" cy="16320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383" extrusionOk="0">
                    <a:moveTo>
                      <a:pt x="0" y="1"/>
                    </a:moveTo>
                    <a:lnTo>
                      <a:pt x="0" y="1383"/>
                    </a:lnTo>
                    <a:lnTo>
                      <a:pt x="730" y="1152"/>
                    </a:lnTo>
                    <a:lnTo>
                      <a:pt x="1459" y="1344"/>
                    </a:lnTo>
                    <a:lnTo>
                      <a:pt x="145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39"/>
              <p:cNvSpPr/>
              <p:nvPr/>
            </p:nvSpPr>
            <p:spPr>
              <a:xfrm flipH="1">
                <a:off x="717320" y="-441847"/>
                <a:ext cx="647979" cy="18174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154" extrusionOk="0">
                    <a:moveTo>
                      <a:pt x="1383" y="0"/>
                    </a:moveTo>
                    <a:lnTo>
                      <a:pt x="1" y="77"/>
                    </a:lnTo>
                    <a:lnTo>
                      <a:pt x="1383" y="115"/>
                    </a:lnTo>
                    <a:lnTo>
                      <a:pt x="2727" y="154"/>
                    </a:lnTo>
                    <a:lnTo>
                      <a:pt x="4109" y="115"/>
                    </a:lnTo>
                    <a:lnTo>
                      <a:pt x="5491" y="77"/>
                    </a:lnTo>
                    <a:lnTo>
                      <a:pt x="410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39"/>
              <p:cNvSpPr/>
              <p:nvPr/>
            </p:nvSpPr>
            <p:spPr>
              <a:xfrm flipH="1">
                <a:off x="325266" y="-722376"/>
                <a:ext cx="1513210" cy="113408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39"/>
            <p:cNvGrpSpPr/>
            <p:nvPr/>
          </p:nvGrpSpPr>
          <p:grpSpPr>
            <a:xfrm>
              <a:off x="8564075" y="2671566"/>
              <a:ext cx="1938977" cy="567873"/>
              <a:chOff x="9279275" y="3310128"/>
              <a:chExt cx="1938977" cy="567873"/>
            </a:xfrm>
          </p:grpSpPr>
          <p:sp>
            <p:nvSpPr>
              <p:cNvPr id="437" name="Google Shape;437;p39"/>
              <p:cNvSpPr/>
              <p:nvPr/>
            </p:nvSpPr>
            <p:spPr>
              <a:xfrm flipH="1">
                <a:off x="9279275" y="3313969"/>
                <a:ext cx="1793906" cy="134434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39"/>
              <p:cNvSpPr/>
              <p:nvPr/>
            </p:nvSpPr>
            <p:spPr>
              <a:xfrm flipH="1">
                <a:off x="9510104" y="3437488"/>
                <a:ext cx="1708148" cy="440514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3149" extrusionOk="0">
                    <a:moveTo>
                      <a:pt x="1267" y="1"/>
                    </a:moveTo>
                    <a:lnTo>
                      <a:pt x="999" y="116"/>
                    </a:lnTo>
                    <a:lnTo>
                      <a:pt x="730" y="270"/>
                    </a:lnTo>
                    <a:lnTo>
                      <a:pt x="500" y="461"/>
                    </a:lnTo>
                    <a:lnTo>
                      <a:pt x="269" y="692"/>
                    </a:lnTo>
                    <a:lnTo>
                      <a:pt x="154" y="961"/>
                    </a:lnTo>
                    <a:lnTo>
                      <a:pt x="39" y="1268"/>
                    </a:lnTo>
                    <a:lnTo>
                      <a:pt x="0" y="1575"/>
                    </a:lnTo>
                    <a:lnTo>
                      <a:pt x="39" y="1882"/>
                    </a:lnTo>
                    <a:lnTo>
                      <a:pt x="154" y="2189"/>
                    </a:lnTo>
                    <a:lnTo>
                      <a:pt x="269" y="2458"/>
                    </a:lnTo>
                    <a:lnTo>
                      <a:pt x="500" y="2688"/>
                    </a:lnTo>
                    <a:lnTo>
                      <a:pt x="730" y="2880"/>
                    </a:lnTo>
                    <a:lnTo>
                      <a:pt x="999" y="3034"/>
                    </a:lnTo>
                    <a:lnTo>
                      <a:pt x="1267" y="3149"/>
                    </a:lnTo>
                    <a:lnTo>
                      <a:pt x="12209" y="3149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9"/>
              <p:cNvSpPr/>
              <p:nvPr/>
            </p:nvSpPr>
            <p:spPr>
              <a:xfrm flipH="1">
                <a:off x="9510105" y="3485888"/>
                <a:ext cx="1633024" cy="343850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2458" extrusionOk="0">
                    <a:moveTo>
                      <a:pt x="1229" y="0"/>
                    </a:moveTo>
                    <a:lnTo>
                      <a:pt x="999" y="39"/>
                    </a:lnTo>
                    <a:lnTo>
                      <a:pt x="769" y="77"/>
                    </a:lnTo>
                    <a:lnTo>
                      <a:pt x="538" y="192"/>
                    </a:lnTo>
                    <a:lnTo>
                      <a:pt x="385" y="346"/>
                    </a:lnTo>
                    <a:lnTo>
                      <a:pt x="231" y="538"/>
                    </a:lnTo>
                    <a:lnTo>
                      <a:pt x="116" y="768"/>
                    </a:lnTo>
                    <a:lnTo>
                      <a:pt x="39" y="998"/>
                    </a:lnTo>
                    <a:lnTo>
                      <a:pt x="1" y="1229"/>
                    </a:lnTo>
                    <a:lnTo>
                      <a:pt x="39" y="1459"/>
                    </a:lnTo>
                    <a:lnTo>
                      <a:pt x="116" y="1690"/>
                    </a:lnTo>
                    <a:lnTo>
                      <a:pt x="231" y="1920"/>
                    </a:lnTo>
                    <a:lnTo>
                      <a:pt x="385" y="2112"/>
                    </a:lnTo>
                    <a:lnTo>
                      <a:pt x="538" y="2265"/>
                    </a:lnTo>
                    <a:lnTo>
                      <a:pt x="769" y="2342"/>
                    </a:lnTo>
                    <a:lnTo>
                      <a:pt x="999" y="2419"/>
                    </a:lnTo>
                    <a:lnTo>
                      <a:pt x="1229" y="2457"/>
                    </a:lnTo>
                    <a:lnTo>
                      <a:pt x="11672" y="2457"/>
                    </a:lnTo>
                    <a:lnTo>
                      <a:pt x="116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39"/>
              <p:cNvSpPr/>
              <p:nvPr/>
            </p:nvSpPr>
            <p:spPr>
              <a:xfrm flipH="1">
                <a:off x="9279297" y="3313969"/>
                <a:ext cx="230971" cy="172065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230" extrusionOk="0">
                    <a:moveTo>
                      <a:pt x="1651" y="1"/>
                    </a:moveTo>
                    <a:lnTo>
                      <a:pt x="0" y="884"/>
                    </a:lnTo>
                    <a:lnTo>
                      <a:pt x="0" y="1229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39"/>
              <p:cNvSpPr/>
              <p:nvPr/>
            </p:nvSpPr>
            <p:spPr>
              <a:xfrm flipH="1">
                <a:off x="9279297" y="3711384"/>
                <a:ext cx="230971" cy="166609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191" extrusionOk="0">
                    <a:moveTo>
                      <a:pt x="1651" y="1"/>
                    </a:moveTo>
                    <a:lnTo>
                      <a:pt x="0" y="845"/>
                    </a:lnTo>
                    <a:lnTo>
                      <a:pt x="0" y="1191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39"/>
              <p:cNvSpPr/>
              <p:nvPr/>
            </p:nvSpPr>
            <p:spPr>
              <a:xfrm flipH="1">
                <a:off x="9306157" y="3378456"/>
                <a:ext cx="204110" cy="451285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226" extrusionOk="0">
                    <a:moveTo>
                      <a:pt x="1459" y="0"/>
                    </a:moveTo>
                    <a:lnTo>
                      <a:pt x="0" y="768"/>
                    </a:lnTo>
                    <a:lnTo>
                      <a:pt x="0" y="3225"/>
                    </a:lnTo>
                    <a:lnTo>
                      <a:pt x="1459" y="2458"/>
                    </a:ln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39"/>
              <p:cNvSpPr/>
              <p:nvPr/>
            </p:nvSpPr>
            <p:spPr>
              <a:xfrm flipH="1">
                <a:off x="10686366" y="3587865"/>
                <a:ext cx="204250" cy="193468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383" extrusionOk="0">
                    <a:moveTo>
                      <a:pt x="0" y="1"/>
                    </a:moveTo>
                    <a:lnTo>
                      <a:pt x="0" y="1383"/>
                    </a:lnTo>
                    <a:lnTo>
                      <a:pt x="730" y="1152"/>
                    </a:lnTo>
                    <a:lnTo>
                      <a:pt x="1459" y="1344"/>
                    </a:lnTo>
                    <a:lnTo>
                      <a:pt x="14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39"/>
              <p:cNvSpPr/>
              <p:nvPr/>
            </p:nvSpPr>
            <p:spPr>
              <a:xfrm flipH="1">
                <a:off x="9746540" y="3647037"/>
                <a:ext cx="768177" cy="21543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154" extrusionOk="0">
                    <a:moveTo>
                      <a:pt x="1383" y="0"/>
                    </a:moveTo>
                    <a:lnTo>
                      <a:pt x="1" y="77"/>
                    </a:lnTo>
                    <a:lnTo>
                      <a:pt x="1383" y="115"/>
                    </a:lnTo>
                    <a:lnTo>
                      <a:pt x="2727" y="154"/>
                    </a:lnTo>
                    <a:lnTo>
                      <a:pt x="4109" y="115"/>
                    </a:lnTo>
                    <a:lnTo>
                      <a:pt x="5491" y="77"/>
                    </a:lnTo>
                    <a:lnTo>
                      <a:pt x="410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39"/>
              <p:cNvSpPr/>
              <p:nvPr/>
            </p:nvSpPr>
            <p:spPr>
              <a:xfrm flipH="1">
                <a:off x="9281764" y="3310128"/>
                <a:ext cx="1793906" cy="134434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rgbClr val="144356">
                  <a:alpha val="372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6" name="Google Shape;446;p39"/>
            <p:cNvGrpSpPr/>
            <p:nvPr/>
          </p:nvGrpSpPr>
          <p:grpSpPr>
            <a:xfrm flipH="1">
              <a:off x="8807348" y="2162837"/>
              <a:ext cx="2008717" cy="584292"/>
              <a:chOff x="3581728" y="2781311"/>
              <a:chExt cx="2399614" cy="698078"/>
            </a:xfrm>
          </p:grpSpPr>
          <p:sp>
            <p:nvSpPr>
              <p:cNvPr id="447" name="Google Shape;447;p39"/>
              <p:cNvSpPr/>
              <p:nvPr/>
            </p:nvSpPr>
            <p:spPr>
              <a:xfrm>
                <a:off x="3761264" y="2781311"/>
                <a:ext cx="2220078" cy="166383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39"/>
              <p:cNvSpPr/>
              <p:nvPr/>
            </p:nvSpPr>
            <p:spPr>
              <a:xfrm>
                <a:off x="3581728" y="2934187"/>
                <a:ext cx="2113948" cy="545202"/>
              </a:xfrm>
              <a:custGeom>
                <a:avLst/>
                <a:gdLst/>
                <a:ahLst/>
                <a:cxnLst/>
                <a:rect l="l" t="t" r="r" b="b"/>
                <a:pathLst>
                  <a:path w="12210" h="3149" extrusionOk="0">
                    <a:moveTo>
                      <a:pt x="1267" y="1"/>
                    </a:moveTo>
                    <a:lnTo>
                      <a:pt x="999" y="116"/>
                    </a:lnTo>
                    <a:lnTo>
                      <a:pt x="730" y="270"/>
                    </a:lnTo>
                    <a:lnTo>
                      <a:pt x="500" y="461"/>
                    </a:lnTo>
                    <a:lnTo>
                      <a:pt x="269" y="692"/>
                    </a:lnTo>
                    <a:lnTo>
                      <a:pt x="154" y="961"/>
                    </a:lnTo>
                    <a:lnTo>
                      <a:pt x="39" y="1268"/>
                    </a:lnTo>
                    <a:lnTo>
                      <a:pt x="0" y="1575"/>
                    </a:lnTo>
                    <a:lnTo>
                      <a:pt x="39" y="1882"/>
                    </a:lnTo>
                    <a:lnTo>
                      <a:pt x="154" y="2189"/>
                    </a:lnTo>
                    <a:lnTo>
                      <a:pt x="269" y="2458"/>
                    </a:lnTo>
                    <a:lnTo>
                      <a:pt x="500" y="2688"/>
                    </a:lnTo>
                    <a:lnTo>
                      <a:pt x="730" y="2880"/>
                    </a:lnTo>
                    <a:lnTo>
                      <a:pt x="999" y="3034"/>
                    </a:lnTo>
                    <a:lnTo>
                      <a:pt x="1267" y="3149"/>
                    </a:lnTo>
                    <a:lnTo>
                      <a:pt x="12209" y="3149"/>
                    </a:lnTo>
                    <a:lnTo>
                      <a:pt x="122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9"/>
              <p:cNvSpPr/>
              <p:nvPr/>
            </p:nvSpPr>
            <p:spPr>
              <a:xfrm>
                <a:off x="3674699" y="2994091"/>
                <a:ext cx="2020976" cy="425566"/>
              </a:xfrm>
              <a:custGeom>
                <a:avLst/>
                <a:gdLst/>
                <a:ahLst/>
                <a:cxnLst/>
                <a:rect l="l" t="t" r="r" b="b"/>
                <a:pathLst>
                  <a:path w="11673" h="2458" extrusionOk="0">
                    <a:moveTo>
                      <a:pt x="1229" y="0"/>
                    </a:moveTo>
                    <a:lnTo>
                      <a:pt x="999" y="39"/>
                    </a:lnTo>
                    <a:lnTo>
                      <a:pt x="769" y="77"/>
                    </a:lnTo>
                    <a:lnTo>
                      <a:pt x="538" y="192"/>
                    </a:lnTo>
                    <a:lnTo>
                      <a:pt x="385" y="346"/>
                    </a:lnTo>
                    <a:lnTo>
                      <a:pt x="231" y="538"/>
                    </a:lnTo>
                    <a:lnTo>
                      <a:pt x="116" y="768"/>
                    </a:lnTo>
                    <a:lnTo>
                      <a:pt x="39" y="998"/>
                    </a:lnTo>
                    <a:lnTo>
                      <a:pt x="1" y="1229"/>
                    </a:lnTo>
                    <a:lnTo>
                      <a:pt x="39" y="1459"/>
                    </a:lnTo>
                    <a:lnTo>
                      <a:pt x="116" y="1690"/>
                    </a:lnTo>
                    <a:lnTo>
                      <a:pt x="231" y="1920"/>
                    </a:lnTo>
                    <a:lnTo>
                      <a:pt x="385" y="2112"/>
                    </a:lnTo>
                    <a:lnTo>
                      <a:pt x="538" y="2265"/>
                    </a:lnTo>
                    <a:lnTo>
                      <a:pt x="769" y="2342"/>
                    </a:lnTo>
                    <a:lnTo>
                      <a:pt x="999" y="2419"/>
                    </a:lnTo>
                    <a:lnTo>
                      <a:pt x="1229" y="2457"/>
                    </a:lnTo>
                    <a:lnTo>
                      <a:pt x="11672" y="2457"/>
                    </a:lnTo>
                    <a:lnTo>
                      <a:pt x="1167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39"/>
              <p:cNvSpPr/>
              <p:nvPr/>
            </p:nvSpPr>
            <p:spPr>
              <a:xfrm>
                <a:off x="5695474" y="2781311"/>
                <a:ext cx="285842" cy="212956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230" extrusionOk="0">
                    <a:moveTo>
                      <a:pt x="1651" y="1"/>
                    </a:moveTo>
                    <a:lnTo>
                      <a:pt x="0" y="884"/>
                    </a:lnTo>
                    <a:lnTo>
                      <a:pt x="0" y="1229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9"/>
              <p:cNvSpPr/>
              <p:nvPr/>
            </p:nvSpPr>
            <p:spPr>
              <a:xfrm>
                <a:off x="5695474" y="3273181"/>
                <a:ext cx="285842" cy="206204"/>
              </a:xfrm>
              <a:custGeom>
                <a:avLst/>
                <a:gdLst/>
                <a:ahLst/>
                <a:cxnLst/>
                <a:rect l="l" t="t" r="r" b="b"/>
                <a:pathLst>
                  <a:path w="1651" h="1191" extrusionOk="0">
                    <a:moveTo>
                      <a:pt x="1651" y="1"/>
                    </a:moveTo>
                    <a:lnTo>
                      <a:pt x="0" y="845"/>
                    </a:lnTo>
                    <a:lnTo>
                      <a:pt x="0" y="1191"/>
                    </a:lnTo>
                    <a:lnTo>
                      <a:pt x="1651" y="346"/>
                    </a:lnTo>
                    <a:lnTo>
                      <a:pt x="165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9"/>
              <p:cNvSpPr/>
              <p:nvPr/>
            </p:nvSpPr>
            <p:spPr>
              <a:xfrm>
                <a:off x="5695474" y="2861125"/>
                <a:ext cx="252600" cy="558534"/>
              </a:xfrm>
              <a:custGeom>
                <a:avLst/>
                <a:gdLst/>
                <a:ahLst/>
                <a:cxnLst/>
                <a:rect l="l" t="t" r="r" b="b"/>
                <a:pathLst>
                  <a:path w="1459" h="3226" extrusionOk="0">
                    <a:moveTo>
                      <a:pt x="1459" y="0"/>
                    </a:moveTo>
                    <a:lnTo>
                      <a:pt x="0" y="768"/>
                    </a:lnTo>
                    <a:lnTo>
                      <a:pt x="0" y="3225"/>
                    </a:lnTo>
                    <a:lnTo>
                      <a:pt x="1459" y="2458"/>
                    </a:lnTo>
                    <a:lnTo>
                      <a:pt x="145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9"/>
              <p:cNvSpPr/>
              <p:nvPr/>
            </p:nvSpPr>
            <p:spPr>
              <a:xfrm>
                <a:off x="3987199" y="3120304"/>
                <a:ext cx="252773" cy="239446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1383" extrusionOk="0">
                    <a:moveTo>
                      <a:pt x="0" y="1"/>
                    </a:moveTo>
                    <a:lnTo>
                      <a:pt x="0" y="1383"/>
                    </a:lnTo>
                    <a:lnTo>
                      <a:pt x="730" y="1152"/>
                    </a:lnTo>
                    <a:lnTo>
                      <a:pt x="1459" y="1344"/>
                    </a:lnTo>
                    <a:lnTo>
                      <a:pt x="14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9"/>
              <p:cNvSpPr/>
              <p:nvPr/>
            </p:nvSpPr>
            <p:spPr>
              <a:xfrm>
                <a:off x="4452400" y="3193540"/>
                <a:ext cx="950671" cy="26663"/>
              </a:xfrm>
              <a:custGeom>
                <a:avLst/>
                <a:gdLst/>
                <a:ahLst/>
                <a:cxnLst/>
                <a:rect l="l" t="t" r="r" b="b"/>
                <a:pathLst>
                  <a:path w="5491" h="154" extrusionOk="0">
                    <a:moveTo>
                      <a:pt x="1383" y="0"/>
                    </a:moveTo>
                    <a:lnTo>
                      <a:pt x="1" y="77"/>
                    </a:lnTo>
                    <a:lnTo>
                      <a:pt x="1383" y="115"/>
                    </a:lnTo>
                    <a:lnTo>
                      <a:pt x="2727" y="154"/>
                    </a:lnTo>
                    <a:lnTo>
                      <a:pt x="4109" y="115"/>
                    </a:lnTo>
                    <a:lnTo>
                      <a:pt x="5491" y="77"/>
                    </a:lnTo>
                    <a:lnTo>
                      <a:pt x="4109" y="0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9"/>
              <p:cNvSpPr/>
              <p:nvPr/>
            </p:nvSpPr>
            <p:spPr>
              <a:xfrm>
                <a:off x="3758184" y="2781311"/>
                <a:ext cx="2220078" cy="166383"/>
              </a:xfrm>
              <a:custGeom>
                <a:avLst/>
                <a:gdLst/>
                <a:ahLst/>
                <a:cxnLst/>
                <a:rect l="l" t="t" r="r" b="b"/>
                <a:pathLst>
                  <a:path w="12823" h="961" extrusionOk="0">
                    <a:moveTo>
                      <a:pt x="1920" y="1"/>
                    </a:moveTo>
                    <a:lnTo>
                      <a:pt x="0" y="961"/>
                    </a:lnTo>
                    <a:lnTo>
                      <a:pt x="11172" y="884"/>
                    </a:lnTo>
                    <a:lnTo>
                      <a:pt x="12823" y="1"/>
                    </a:lnTo>
                    <a:close/>
                  </a:path>
                </a:pathLst>
              </a:custGeom>
              <a:solidFill>
                <a:srgbClr val="144356">
                  <a:alpha val="2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6" name="Google Shape;456;p39"/>
          <p:cNvGrpSpPr/>
          <p:nvPr/>
        </p:nvGrpSpPr>
        <p:grpSpPr>
          <a:xfrm>
            <a:off x="5838948" y="3149206"/>
            <a:ext cx="1678768" cy="1455055"/>
            <a:chOff x="4218790" y="1468917"/>
            <a:chExt cx="1899918" cy="1646735"/>
          </a:xfrm>
        </p:grpSpPr>
        <p:sp>
          <p:nvSpPr>
            <p:cNvPr id="457" name="Google Shape;457;p39"/>
            <p:cNvSpPr/>
            <p:nvPr/>
          </p:nvSpPr>
          <p:spPr>
            <a:xfrm>
              <a:off x="5753878" y="2949589"/>
              <a:ext cx="364830" cy="147032"/>
            </a:xfrm>
            <a:custGeom>
              <a:avLst/>
              <a:gdLst/>
              <a:ahLst/>
              <a:cxnLst/>
              <a:rect l="l" t="t" r="r" b="b"/>
              <a:pathLst>
                <a:path w="5176" h="2086" extrusionOk="0">
                  <a:moveTo>
                    <a:pt x="2781" y="0"/>
                  </a:moveTo>
                  <a:lnTo>
                    <a:pt x="2202" y="39"/>
                  </a:lnTo>
                  <a:lnTo>
                    <a:pt x="1738" y="78"/>
                  </a:lnTo>
                  <a:lnTo>
                    <a:pt x="928" y="193"/>
                  </a:lnTo>
                  <a:lnTo>
                    <a:pt x="426" y="348"/>
                  </a:lnTo>
                  <a:lnTo>
                    <a:pt x="232" y="387"/>
                  </a:lnTo>
                  <a:lnTo>
                    <a:pt x="194" y="580"/>
                  </a:lnTo>
                  <a:lnTo>
                    <a:pt x="78" y="1004"/>
                  </a:lnTo>
                  <a:lnTo>
                    <a:pt x="39" y="1545"/>
                  </a:lnTo>
                  <a:lnTo>
                    <a:pt x="1" y="1854"/>
                  </a:lnTo>
                  <a:lnTo>
                    <a:pt x="39" y="2086"/>
                  </a:lnTo>
                  <a:lnTo>
                    <a:pt x="5175" y="2086"/>
                  </a:lnTo>
                  <a:lnTo>
                    <a:pt x="5175" y="1815"/>
                  </a:lnTo>
                  <a:lnTo>
                    <a:pt x="5059" y="1506"/>
                  </a:lnTo>
                  <a:lnTo>
                    <a:pt x="4905" y="1120"/>
                  </a:lnTo>
                  <a:lnTo>
                    <a:pt x="4789" y="927"/>
                  </a:lnTo>
                  <a:lnTo>
                    <a:pt x="4635" y="773"/>
                  </a:lnTo>
                  <a:lnTo>
                    <a:pt x="4441" y="580"/>
                  </a:lnTo>
                  <a:lnTo>
                    <a:pt x="4171" y="425"/>
                  </a:lnTo>
                  <a:lnTo>
                    <a:pt x="3901" y="271"/>
                  </a:lnTo>
                  <a:lnTo>
                    <a:pt x="3592" y="155"/>
                  </a:lnTo>
                  <a:lnTo>
                    <a:pt x="3206" y="39"/>
                  </a:lnTo>
                  <a:lnTo>
                    <a:pt x="27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5732098" y="2878822"/>
              <a:ext cx="217869" cy="98045"/>
            </a:xfrm>
            <a:custGeom>
              <a:avLst/>
              <a:gdLst/>
              <a:ahLst/>
              <a:cxnLst/>
              <a:rect l="l" t="t" r="r" b="b"/>
              <a:pathLst>
                <a:path w="3091" h="1391" extrusionOk="0">
                  <a:moveTo>
                    <a:pt x="2549" y="0"/>
                  </a:moveTo>
                  <a:lnTo>
                    <a:pt x="1" y="387"/>
                  </a:lnTo>
                  <a:lnTo>
                    <a:pt x="541" y="1391"/>
                  </a:lnTo>
                  <a:lnTo>
                    <a:pt x="1352" y="1391"/>
                  </a:lnTo>
                  <a:lnTo>
                    <a:pt x="1777" y="1313"/>
                  </a:lnTo>
                  <a:lnTo>
                    <a:pt x="2163" y="1236"/>
                  </a:lnTo>
                  <a:lnTo>
                    <a:pt x="2820" y="1082"/>
                  </a:lnTo>
                  <a:lnTo>
                    <a:pt x="3090" y="1004"/>
                  </a:lnTo>
                  <a:lnTo>
                    <a:pt x="2549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4950986" y="2271879"/>
              <a:ext cx="1037046" cy="664180"/>
            </a:xfrm>
            <a:custGeom>
              <a:avLst/>
              <a:gdLst/>
              <a:ahLst/>
              <a:cxnLst/>
              <a:rect l="l" t="t" r="r" b="b"/>
              <a:pathLst>
                <a:path w="14713" h="9423" extrusionOk="0">
                  <a:moveTo>
                    <a:pt x="8418" y="0"/>
                  </a:moveTo>
                  <a:lnTo>
                    <a:pt x="8187" y="39"/>
                  </a:lnTo>
                  <a:lnTo>
                    <a:pt x="7916" y="78"/>
                  </a:lnTo>
                  <a:lnTo>
                    <a:pt x="7453" y="309"/>
                  </a:lnTo>
                  <a:lnTo>
                    <a:pt x="6874" y="618"/>
                  </a:lnTo>
                  <a:lnTo>
                    <a:pt x="5677" y="1390"/>
                  </a:lnTo>
                  <a:lnTo>
                    <a:pt x="4364" y="2279"/>
                  </a:lnTo>
                  <a:lnTo>
                    <a:pt x="3051" y="3205"/>
                  </a:lnTo>
                  <a:lnTo>
                    <a:pt x="889" y="4827"/>
                  </a:lnTo>
                  <a:lnTo>
                    <a:pt x="0" y="5522"/>
                  </a:lnTo>
                  <a:lnTo>
                    <a:pt x="116" y="5831"/>
                  </a:lnTo>
                  <a:lnTo>
                    <a:pt x="271" y="6140"/>
                  </a:lnTo>
                  <a:lnTo>
                    <a:pt x="464" y="6449"/>
                  </a:lnTo>
                  <a:lnTo>
                    <a:pt x="734" y="6719"/>
                  </a:lnTo>
                  <a:lnTo>
                    <a:pt x="1004" y="6990"/>
                  </a:lnTo>
                  <a:lnTo>
                    <a:pt x="1313" y="7221"/>
                  </a:lnTo>
                  <a:lnTo>
                    <a:pt x="2008" y="7685"/>
                  </a:lnTo>
                  <a:lnTo>
                    <a:pt x="2626" y="8071"/>
                  </a:lnTo>
                  <a:lnTo>
                    <a:pt x="3205" y="8341"/>
                  </a:lnTo>
                  <a:lnTo>
                    <a:pt x="3707" y="8573"/>
                  </a:lnTo>
                  <a:lnTo>
                    <a:pt x="8071" y="5406"/>
                  </a:lnTo>
                  <a:lnTo>
                    <a:pt x="10928" y="9422"/>
                  </a:lnTo>
                  <a:lnTo>
                    <a:pt x="11701" y="9384"/>
                  </a:lnTo>
                  <a:lnTo>
                    <a:pt x="12396" y="9268"/>
                  </a:lnTo>
                  <a:lnTo>
                    <a:pt x="13052" y="9075"/>
                  </a:lnTo>
                  <a:lnTo>
                    <a:pt x="13593" y="8882"/>
                  </a:lnTo>
                  <a:lnTo>
                    <a:pt x="14056" y="8689"/>
                  </a:lnTo>
                  <a:lnTo>
                    <a:pt x="14404" y="8534"/>
                  </a:lnTo>
                  <a:lnTo>
                    <a:pt x="14713" y="8341"/>
                  </a:lnTo>
                  <a:lnTo>
                    <a:pt x="14520" y="7955"/>
                  </a:lnTo>
                  <a:lnTo>
                    <a:pt x="13979" y="6912"/>
                  </a:lnTo>
                  <a:lnTo>
                    <a:pt x="13207" y="5484"/>
                  </a:lnTo>
                  <a:lnTo>
                    <a:pt x="12743" y="4673"/>
                  </a:lnTo>
                  <a:lnTo>
                    <a:pt x="12241" y="3823"/>
                  </a:lnTo>
                  <a:lnTo>
                    <a:pt x="11701" y="3012"/>
                  </a:lnTo>
                  <a:lnTo>
                    <a:pt x="11160" y="2240"/>
                  </a:lnTo>
                  <a:lnTo>
                    <a:pt x="10581" y="1545"/>
                  </a:lnTo>
                  <a:lnTo>
                    <a:pt x="10040" y="927"/>
                  </a:lnTo>
                  <a:lnTo>
                    <a:pt x="9731" y="695"/>
                  </a:lnTo>
                  <a:lnTo>
                    <a:pt x="9461" y="464"/>
                  </a:lnTo>
                  <a:lnTo>
                    <a:pt x="9191" y="271"/>
                  </a:lnTo>
                  <a:lnTo>
                    <a:pt x="8920" y="155"/>
                  </a:lnTo>
                  <a:lnTo>
                    <a:pt x="8650" y="39"/>
                  </a:lnTo>
                  <a:lnTo>
                    <a:pt x="84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   </a:t>
              </a: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4950986" y="2271879"/>
              <a:ext cx="1037046" cy="664180"/>
            </a:xfrm>
            <a:custGeom>
              <a:avLst/>
              <a:gdLst/>
              <a:ahLst/>
              <a:cxnLst/>
              <a:rect l="l" t="t" r="r" b="b"/>
              <a:pathLst>
                <a:path w="14713" h="9423" fill="none" extrusionOk="0">
                  <a:moveTo>
                    <a:pt x="0" y="5522"/>
                  </a:moveTo>
                  <a:lnTo>
                    <a:pt x="0" y="5522"/>
                  </a:lnTo>
                  <a:lnTo>
                    <a:pt x="889" y="4827"/>
                  </a:lnTo>
                  <a:lnTo>
                    <a:pt x="3051" y="3205"/>
                  </a:lnTo>
                  <a:lnTo>
                    <a:pt x="4364" y="2279"/>
                  </a:lnTo>
                  <a:lnTo>
                    <a:pt x="5677" y="1390"/>
                  </a:lnTo>
                  <a:lnTo>
                    <a:pt x="6874" y="618"/>
                  </a:lnTo>
                  <a:lnTo>
                    <a:pt x="7453" y="309"/>
                  </a:lnTo>
                  <a:lnTo>
                    <a:pt x="7916" y="78"/>
                  </a:lnTo>
                  <a:lnTo>
                    <a:pt x="7916" y="78"/>
                  </a:lnTo>
                  <a:lnTo>
                    <a:pt x="8187" y="39"/>
                  </a:lnTo>
                  <a:lnTo>
                    <a:pt x="8418" y="0"/>
                  </a:lnTo>
                  <a:lnTo>
                    <a:pt x="8650" y="39"/>
                  </a:lnTo>
                  <a:lnTo>
                    <a:pt x="8920" y="155"/>
                  </a:lnTo>
                  <a:lnTo>
                    <a:pt x="9191" y="271"/>
                  </a:lnTo>
                  <a:lnTo>
                    <a:pt x="9461" y="464"/>
                  </a:lnTo>
                  <a:lnTo>
                    <a:pt x="9731" y="695"/>
                  </a:lnTo>
                  <a:lnTo>
                    <a:pt x="10040" y="927"/>
                  </a:lnTo>
                  <a:lnTo>
                    <a:pt x="10581" y="1545"/>
                  </a:lnTo>
                  <a:lnTo>
                    <a:pt x="11160" y="2240"/>
                  </a:lnTo>
                  <a:lnTo>
                    <a:pt x="11701" y="3012"/>
                  </a:lnTo>
                  <a:lnTo>
                    <a:pt x="12241" y="3823"/>
                  </a:lnTo>
                  <a:lnTo>
                    <a:pt x="12743" y="4673"/>
                  </a:lnTo>
                  <a:lnTo>
                    <a:pt x="13207" y="5484"/>
                  </a:lnTo>
                  <a:lnTo>
                    <a:pt x="13979" y="6912"/>
                  </a:lnTo>
                  <a:lnTo>
                    <a:pt x="14520" y="7955"/>
                  </a:lnTo>
                  <a:lnTo>
                    <a:pt x="14713" y="8341"/>
                  </a:lnTo>
                  <a:lnTo>
                    <a:pt x="14713" y="8341"/>
                  </a:lnTo>
                  <a:lnTo>
                    <a:pt x="14404" y="8534"/>
                  </a:lnTo>
                  <a:lnTo>
                    <a:pt x="14056" y="8689"/>
                  </a:lnTo>
                  <a:lnTo>
                    <a:pt x="13593" y="8882"/>
                  </a:lnTo>
                  <a:lnTo>
                    <a:pt x="13052" y="9075"/>
                  </a:lnTo>
                  <a:lnTo>
                    <a:pt x="12396" y="9268"/>
                  </a:lnTo>
                  <a:lnTo>
                    <a:pt x="11701" y="9384"/>
                  </a:lnTo>
                  <a:lnTo>
                    <a:pt x="10928" y="9422"/>
                  </a:lnTo>
                  <a:lnTo>
                    <a:pt x="10928" y="9422"/>
                  </a:lnTo>
                  <a:lnTo>
                    <a:pt x="8071" y="5406"/>
                  </a:lnTo>
                  <a:lnTo>
                    <a:pt x="3707" y="8573"/>
                  </a:lnTo>
                  <a:lnTo>
                    <a:pt x="3707" y="8573"/>
                  </a:lnTo>
                  <a:lnTo>
                    <a:pt x="3205" y="8341"/>
                  </a:lnTo>
                  <a:lnTo>
                    <a:pt x="2626" y="8071"/>
                  </a:lnTo>
                  <a:lnTo>
                    <a:pt x="2008" y="7685"/>
                  </a:lnTo>
                  <a:lnTo>
                    <a:pt x="1313" y="7221"/>
                  </a:lnTo>
                  <a:lnTo>
                    <a:pt x="1004" y="6990"/>
                  </a:lnTo>
                  <a:lnTo>
                    <a:pt x="734" y="6719"/>
                  </a:lnTo>
                  <a:lnTo>
                    <a:pt x="464" y="6449"/>
                  </a:lnTo>
                  <a:lnTo>
                    <a:pt x="271" y="6140"/>
                  </a:lnTo>
                  <a:lnTo>
                    <a:pt x="116" y="5831"/>
                  </a:lnTo>
                  <a:lnTo>
                    <a:pt x="0" y="55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5405542" y="2301835"/>
              <a:ext cx="54485" cy="32705"/>
            </a:xfrm>
            <a:custGeom>
              <a:avLst/>
              <a:gdLst/>
              <a:ahLst/>
              <a:cxnLst/>
              <a:rect l="l" t="t" r="r" b="b"/>
              <a:pathLst>
                <a:path w="773" h="464" extrusionOk="0">
                  <a:moveTo>
                    <a:pt x="772" y="0"/>
                  </a:moveTo>
                  <a:lnTo>
                    <a:pt x="0" y="425"/>
                  </a:lnTo>
                  <a:lnTo>
                    <a:pt x="0" y="463"/>
                  </a:lnTo>
                  <a:lnTo>
                    <a:pt x="772" y="0"/>
                  </a:lnTo>
                  <a:close/>
                </a:path>
              </a:pathLst>
            </a:custGeom>
            <a:solidFill>
              <a:srgbClr val="CE98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5405542" y="2277306"/>
              <a:ext cx="103472" cy="57234"/>
            </a:xfrm>
            <a:custGeom>
              <a:avLst/>
              <a:gdLst/>
              <a:ahLst/>
              <a:cxnLst/>
              <a:rect l="l" t="t" r="r" b="b"/>
              <a:pathLst>
                <a:path w="1468" h="812" fill="none" extrusionOk="0">
                  <a:moveTo>
                    <a:pt x="1467" y="1"/>
                  </a:moveTo>
                  <a:lnTo>
                    <a:pt x="1467" y="1"/>
                  </a:lnTo>
                  <a:lnTo>
                    <a:pt x="772" y="348"/>
                  </a:lnTo>
                  <a:lnTo>
                    <a:pt x="0" y="773"/>
                  </a:lnTo>
                  <a:lnTo>
                    <a:pt x="0" y="773"/>
                  </a:lnTo>
                  <a:lnTo>
                    <a:pt x="0" y="811"/>
                  </a:lnTo>
                  <a:lnTo>
                    <a:pt x="0" y="811"/>
                  </a:lnTo>
                  <a:lnTo>
                    <a:pt x="772" y="348"/>
                  </a:lnTo>
                  <a:lnTo>
                    <a:pt x="146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5508943" y="2274557"/>
              <a:ext cx="16423" cy="2819"/>
            </a:xfrm>
            <a:custGeom>
              <a:avLst/>
              <a:gdLst/>
              <a:ahLst/>
              <a:cxnLst/>
              <a:rect l="l" t="t" r="r" b="b"/>
              <a:pathLst>
                <a:path w="233" h="40" fill="none" extrusionOk="0">
                  <a:moveTo>
                    <a:pt x="232" y="1"/>
                  </a:moveTo>
                  <a:lnTo>
                    <a:pt x="232" y="1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23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5405542" y="2271879"/>
              <a:ext cx="255861" cy="147032"/>
            </a:xfrm>
            <a:custGeom>
              <a:avLst/>
              <a:gdLst/>
              <a:ahLst/>
              <a:cxnLst/>
              <a:rect l="l" t="t" r="r" b="b"/>
              <a:pathLst>
                <a:path w="3630" h="2086" extrusionOk="0">
                  <a:moveTo>
                    <a:pt x="1892" y="0"/>
                  </a:moveTo>
                  <a:lnTo>
                    <a:pt x="1699" y="39"/>
                  </a:lnTo>
                  <a:lnTo>
                    <a:pt x="1467" y="78"/>
                  </a:lnTo>
                  <a:lnTo>
                    <a:pt x="772" y="425"/>
                  </a:lnTo>
                  <a:lnTo>
                    <a:pt x="0" y="888"/>
                  </a:lnTo>
                  <a:lnTo>
                    <a:pt x="155" y="1120"/>
                  </a:lnTo>
                  <a:lnTo>
                    <a:pt x="309" y="1352"/>
                  </a:lnTo>
                  <a:lnTo>
                    <a:pt x="502" y="1584"/>
                  </a:lnTo>
                  <a:lnTo>
                    <a:pt x="734" y="1738"/>
                  </a:lnTo>
                  <a:lnTo>
                    <a:pt x="965" y="1892"/>
                  </a:lnTo>
                  <a:lnTo>
                    <a:pt x="1236" y="2008"/>
                  </a:lnTo>
                  <a:lnTo>
                    <a:pt x="1545" y="2047"/>
                  </a:lnTo>
                  <a:lnTo>
                    <a:pt x="1854" y="2086"/>
                  </a:lnTo>
                  <a:lnTo>
                    <a:pt x="2124" y="2047"/>
                  </a:lnTo>
                  <a:lnTo>
                    <a:pt x="2394" y="2008"/>
                  </a:lnTo>
                  <a:lnTo>
                    <a:pt x="2664" y="1892"/>
                  </a:lnTo>
                  <a:lnTo>
                    <a:pt x="2896" y="1777"/>
                  </a:lnTo>
                  <a:lnTo>
                    <a:pt x="3128" y="1622"/>
                  </a:lnTo>
                  <a:lnTo>
                    <a:pt x="3321" y="1429"/>
                  </a:lnTo>
                  <a:lnTo>
                    <a:pt x="3475" y="1236"/>
                  </a:lnTo>
                  <a:lnTo>
                    <a:pt x="3630" y="1004"/>
                  </a:lnTo>
                  <a:lnTo>
                    <a:pt x="3166" y="580"/>
                  </a:lnTo>
                  <a:lnTo>
                    <a:pt x="2742" y="271"/>
                  </a:lnTo>
                  <a:lnTo>
                    <a:pt x="2510" y="155"/>
                  </a:lnTo>
                  <a:lnTo>
                    <a:pt x="2317" y="78"/>
                  </a:lnTo>
                  <a:lnTo>
                    <a:pt x="2085" y="39"/>
                  </a:lnTo>
                  <a:lnTo>
                    <a:pt x="18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5405542" y="2271879"/>
              <a:ext cx="255861" cy="147032"/>
            </a:xfrm>
            <a:custGeom>
              <a:avLst/>
              <a:gdLst/>
              <a:ahLst/>
              <a:cxnLst/>
              <a:rect l="l" t="t" r="r" b="b"/>
              <a:pathLst>
                <a:path w="3630" h="2086" fill="none" extrusionOk="0">
                  <a:moveTo>
                    <a:pt x="1892" y="0"/>
                  </a:moveTo>
                  <a:lnTo>
                    <a:pt x="1892" y="0"/>
                  </a:lnTo>
                  <a:lnTo>
                    <a:pt x="1699" y="39"/>
                  </a:lnTo>
                  <a:lnTo>
                    <a:pt x="1699" y="39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1467" y="78"/>
                  </a:lnTo>
                  <a:lnTo>
                    <a:pt x="772" y="425"/>
                  </a:lnTo>
                  <a:lnTo>
                    <a:pt x="0" y="888"/>
                  </a:lnTo>
                  <a:lnTo>
                    <a:pt x="0" y="888"/>
                  </a:lnTo>
                  <a:lnTo>
                    <a:pt x="155" y="1120"/>
                  </a:lnTo>
                  <a:lnTo>
                    <a:pt x="309" y="1352"/>
                  </a:lnTo>
                  <a:lnTo>
                    <a:pt x="502" y="1584"/>
                  </a:lnTo>
                  <a:lnTo>
                    <a:pt x="734" y="1738"/>
                  </a:lnTo>
                  <a:lnTo>
                    <a:pt x="965" y="1892"/>
                  </a:lnTo>
                  <a:lnTo>
                    <a:pt x="1236" y="2008"/>
                  </a:lnTo>
                  <a:lnTo>
                    <a:pt x="1545" y="2047"/>
                  </a:lnTo>
                  <a:lnTo>
                    <a:pt x="1854" y="2086"/>
                  </a:lnTo>
                  <a:lnTo>
                    <a:pt x="1854" y="2086"/>
                  </a:lnTo>
                  <a:lnTo>
                    <a:pt x="2124" y="2047"/>
                  </a:lnTo>
                  <a:lnTo>
                    <a:pt x="2394" y="2008"/>
                  </a:lnTo>
                  <a:lnTo>
                    <a:pt x="2664" y="1892"/>
                  </a:lnTo>
                  <a:lnTo>
                    <a:pt x="2896" y="1777"/>
                  </a:lnTo>
                  <a:lnTo>
                    <a:pt x="3128" y="1622"/>
                  </a:lnTo>
                  <a:lnTo>
                    <a:pt x="3321" y="1429"/>
                  </a:lnTo>
                  <a:lnTo>
                    <a:pt x="3475" y="1236"/>
                  </a:lnTo>
                  <a:lnTo>
                    <a:pt x="3630" y="1004"/>
                  </a:lnTo>
                  <a:lnTo>
                    <a:pt x="3630" y="1004"/>
                  </a:lnTo>
                  <a:lnTo>
                    <a:pt x="3166" y="580"/>
                  </a:lnTo>
                  <a:lnTo>
                    <a:pt x="2742" y="271"/>
                  </a:lnTo>
                  <a:lnTo>
                    <a:pt x="2510" y="155"/>
                  </a:lnTo>
                  <a:lnTo>
                    <a:pt x="2317" y="78"/>
                  </a:lnTo>
                  <a:lnTo>
                    <a:pt x="2085" y="39"/>
                  </a:lnTo>
                  <a:lnTo>
                    <a:pt x="189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5133330" y="2554945"/>
              <a:ext cx="661431" cy="378363"/>
            </a:xfrm>
            <a:custGeom>
              <a:avLst/>
              <a:gdLst/>
              <a:ahLst/>
              <a:cxnLst/>
              <a:rect l="l" t="t" r="r" b="b"/>
              <a:pathLst>
                <a:path w="9384" h="5368" extrusionOk="0">
                  <a:moveTo>
                    <a:pt x="5175" y="0"/>
                  </a:moveTo>
                  <a:lnTo>
                    <a:pt x="4866" y="116"/>
                  </a:lnTo>
                  <a:lnTo>
                    <a:pt x="4210" y="386"/>
                  </a:lnTo>
                  <a:lnTo>
                    <a:pt x="3437" y="734"/>
                  </a:lnTo>
                  <a:lnTo>
                    <a:pt x="2626" y="1159"/>
                  </a:lnTo>
                  <a:lnTo>
                    <a:pt x="1854" y="1622"/>
                  </a:lnTo>
                  <a:lnTo>
                    <a:pt x="541" y="2394"/>
                  </a:lnTo>
                  <a:lnTo>
                    <a:pt x="1" y="2742"/>
                  </a:lnTo>
                  <a:lnTo>
                    <a:pt x="39" y="2819"/>
                  </a:lnTo>
                  <a:lnTo>
                    <a:pt x="232" y="2703"/>
                  </a:lnTo>
                  <a:lnTo>
                    <a:pt x="1275" y="2085"/>
                  </a:lnTo>
                  <a:lnTo>
                    <a:pt x="2819" y="1197"/>
                  </a:lnTo>
                  <a:lnTo>
                    <a:pt x="3630" y="773"/>
                  </a:lnTo>
                  <a:lnTo>
                    <a:pt x="4364" y="425"/>
                  </a:lnTo>
                  <a:lnTo>
                    <a:pt x="4982" y="155"/>
                  </a:lnTo>
                  <a:lnTo>
                    <a:pt x="5252" y="116"/>
                  </a:lnTo>
                  <a:lnTo>
                    <a:pt x="5445" y="77"/>
                  </a:lnTo>
                  <a:lnTo>
                    <a:pt x="5561" y="116"/>
                  </a:lnTo>
                  <a:lnTo>
                    <a:pt x="5716" y="232"/>
                  </a:lnTo>
                  <a:lnTo>
                    <a:pt x="5909" y="425"/>
                  </a:lnTo>
                  <a:lnTo>
                    <a:pt x="6333" y="966"/>
                  </a:lnTo>
                  <a:lnTo>
                    <a:pt x="6874" y="1699"/>
                  </a:lnTo>
                  <a:lnTo>
                    <a:pt x="7994" y="3321"/>
                  </a:lnTo>
                  <a:lnTo>
                    <a:pt x="8921" y="4750"/>
                  </a:lnTo>
                  <a:lnTo>
                    <a:pt x="9191" y="5175"/>
                  </a:lnTo>
                  <a:lnTo>
                    <a:pt x="9307" y="5368"/>
                  </a:lnTo>
                  <a:lnTo>
                    <a:pt x="9384" y="5290"/>
                  </a:lnTo>
                  <a:lnTo>
                    <a:pt x="8882" y="4518"/>
                  </a:lnTo>
                  <a:lnTo>
                    <a:pt x="7762" y="2819"/>
                  </a:lnTo>
                  <a:lnTo>
                    <a:pt x="7106" y="1854"/>
                  </a:lnTo>
                  <a:lnTo>
                    <a:pt x="6488" y="1004"/>
                  </a:lnTo>
                  <a:lnTo>
                    <a:pt x="5986" y="348"/>
                  </a:lnTo>
                  <a:lnTo>
                    <a:pt x="5754" y="155"/>
                  </a:lnTo>
                  <a:lnTo>
                    <a:pt x="560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5127903" y="2505958"/>
              <a:ext cx="247755" cy="370187"/>
            </a:xfrm>
            <a:custGeom>
              <a:avLst/>
              <a:gdLst/>
              <a:ahLst/>
              <a:cxnLst/>
              <a:rect l="l" t="t" r="r" b="b"/>
              <a:pathLst>
                <a:path w="3515" h="5252" extrusionOk="0">
                  <a:moveTo>
                    <a:pt x="3514" y="3591"/>
                  </a:moveTo>
                  <a:lnTo>
                    <a:pt x="1197" y="5252"/>
                  </a:lnTo>
                  <a:lnTo>
                    <a:pt x="1197" y="5252"/>
                  </a:lnTo>
                  <a:lnTo>
                    <a:pt x="1197" y="5252"/>
                  </a:lnTo>
                  <a:lnTo>
                    <a:pt x="3514" y="3591"/>
                  </a:lnTo>
                  <a:lnTo>
                    <a:pt x="3514" y="3591"/>
                  </a:lnTo>
                  <a:close/>
                  <a:moveTo>
                    <a:pt x="0" y="271"/>
                  </a:moveTo>
                  <a:lnTo>
                    <a:pt x="0" y="271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71"/>
                  </a:lnTo>
                  <a:close/>
                  <a:moveTo>
                    <a:pt x="386" y="0"/>
                  </a:moveTo>
                  <a:lnTo>
                    <a:pt x="386" y="0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386" y="0"/>
                  </a:lnTo>
                  <a:lnTo>
                    <a:pt x="386" y="0"/>
                  </a:lnTo>
                  <a:lnTo>
                    <a:pt x="386" y="0"/>
                  </a:lnTo>
                  <a:close/>
                </a:path>
              </a:pathLst>
            </a:custGeom>
            <a:solidFill>
              <a:srgbClr val="E5C9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5212273" y="2759069"/>
              <a:ext cx="163384" cy="117076"/>
            </a:xfrm>
            <a:custGeom>
              <a:avLst/>
              <a:gdLst/>
              <a:ahLst/>
              <a:cxnLst/>
              <a:rect l="l" t="t" r="r" b="b"/>
              <a:pathLst>
                <a:path w="2318" h="1661" fill="none" extrusionOk="0">
                  <a:moveTo>
                    <a:pt x="2317" y="0"/>
                  </a:moveTo>
                  <a:lnTo>
                    <a:pt x="0" y="1661"/>
                  </a:lnTo>
                  <a:lnTo>
                    <a:pt x="0" y="1661"/>
                  </a:lnTo>
                  <a:lnTo>
                    <a:pt x="0" y="1661"/>
                  </a:lnTo>
                  <a:lnTo>
                    <a:pt x="2317" y="0"/>
                  </a:lnTo>
                  <a:lnTo>
                    <a:pt x="23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5127903" y="252498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5127903" y="2505958"/>
              <a:ext cx="27278" cy="19101"/>
            </a:xfrm>
            <a:custGeom>
              <a:avLst/>
              <a:gdLst/>
              <a:ahLst/>
              <a:cxnLst/>
              <a:rect l="l" t="t" r="r" b="b"/>
              <a:pathLst>
                <a:path w="387" h="271" fill="none" extrusionOk="0">
                  <a:moveTo>
                    <a:pt x="386" y="0"/>
                  </a:moveTo>
                  <a:lnTo>
                    <a:pt x="386" y="0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386" y="0"/>
                  </a:lnTo>
                  <a:lnTo>
                    <a:pt x="386" y="0"/>
                  </a:lnTo>
                  <a:lnTo>
                    <a:pt x="3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4961841" y="2505958"/>
              <a:ext cx="413817" cy="370187"/>
            </a:xfrm>
            <a:custGeom>
              <a:avLst/>
              <a:gdLst/>
              <a:ahLst/>
              <a:cxnLst/>
              <a:rect l="l" t="t" r="r" b="b"/>
              <a:pathLst>
                <a:path w="5871" h="5252" extrusionOk="0">
                  <a:moveTo>
                    <a:pt x="2742" y="0"/>
                  </a:moveTo>
                  <a:lnTo>
                    <a:pt x="2356" y="271"/>
                  </a:lnTo>
                  <a:lnTo>
                    <a:pt x="773" y="1468"/>
                  </a:lnTo>
                  <a:lnTo>
                    <a:pt x="1005" y="1931"/>
                  </a:lnTo>
                  <a:lnTo>
                    <a:pt x="889" y="2124"/>
                  </a:lnTo>
                  <a:lnTo>
                    <a:pt x="657" y="2317"/>
                  </a:lnTo>
                  <a:lnTo>
                    <a:pt x="387" y="2510"/>
                  </a:lnTo>
                  <a:lnTo>
                    <a:pt x="1" y="2665"/>
                  </a:lnTo>
                  <a:lnTo>
                    <a:pt x="194" y="2935"/>
                  </a:lnTo>
                  <a:lnTo>
                    <a:pt x="387" y="3205"/>
                  </a:lnTo>
                  <a:lnTo>
                    <a:pt x="619" y="3437"/>
                  </a:lnTo>
                  <a:lnTo>
                    <a:pt x="889" y="3707"/>
                  </a:lnTo>
                  <a:lnTo>
                    <a:pt x="1468" y="4132"/>
                  </a:lnTo>
                  <a:lnTo>
                    <a:pt x="2086" y="4518"/>
                  </a:lnTo>
                  <a:lnTo>
                    <a:pt x="2627" y="4827"/>
                  </a:lnTo>
                  <a:lnTo>
                    <a:pt x="3129" y="5059"/>
                  </a:lnTo>
                  <a:lnTo>
                    <a:pt x="3553" y="5252"/>
                  </a:lnTo>
                  <a:lnTo>
                    <a:pt x="5870" y="3591"/>
                  </a:lnTo>
                  <a:lnTo>
                    <a:pt x="5252" y="3398"/>
                  </a:lnTo>
                  <a:lnTo>
                    <a:pt x="4712" y="3205"/>
                  </a:lnTo>
                  <a:lnTo>
                    <a:pt x="4248" y="2974"/>
                  </a:lnTo>
                  <a:lnTo>
                    <a:pt x="3862" y="2665"/>
                  </a:lnTo>
                  <a:lnTo>
                    <a:pt x="2665" y="3398"/>
                  </a:lnTo>
                  <a:lnTo>
                    <a:pt x="2472" y="3514"/>
                  </a:lnTo>
                  <a:lnTo>
                    <a:pt x="2434" y="3437"/>
                  </a:lnTo>
                  <a:lnTo>
                    <a:pt x="3785" y="2626"/>
                  </a:lnTo>
                  <a:lnTo>
                    <a:pt x="3476" y="2317"/>
                  </a:lnTo>
                  <a:lnTo>
                    <a:pt x="3206" y="1970"/>
                  </a:lnTo>
                  <a:lnTo>
                    <a:pt x="3013" y="1622"/>
                  </a:lnTo>
                  <a:lnTo>
                    <a:pt x="2897" y="1274"/>
                  </a:lnTo>
                  <a:lnTo>
                    <a:pt x="2820" y="966"/>
                  </a:lnTo>
                  <a:lnTo>
                    <a:pt x="2742" y="618"/>
                  </a:lnTo>
                  <a:lnTo>
                    <a:pt x="2742" y="309"/>
                  </a:lnTo>
                  <a:lnTo>
                    <a:pt x="274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4961841" y="2505958"/>
              <a:ext cx="413817" cy="370187"/>
            </a:xfrm>
            <a:custGeom>
              <a:avLst/>
              <a:gdLst/>
              <a:ahLst/>
              <a:cxnLst/>
              <a:rect l="l" t="t" r="r" b="b"/>
              <a:pathLst>
                <a:path w="5871" h="5252" fill="none" extrusionOk="0">
                  <a:moveTo>
                    <a:pt x="2742" y="0"/>
                  </a:moveTo>
                  <a:lnTo>
                    <a:pt x="2742" y="0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2356" y="271"/>
                  </a:lnTo>
                  <a:lnTo>
                    <a:pt x="773" y="1468"/>
                  </a:lnTo>
                  <a:lnTo>
                    <a:pt x="773" y="1468"/>
                  </a:lnTo>
                  <a:lnTo>
                    <a:pt x="1005" y="1931"/>
                  </a:lnTo>
                  <a:lnTo>
                    <a:pt x="1005" y="1931"/>
                  </a:lnTo>
                  <a:lnTo>
                    <a:pt x="889" y="2124"/>
                  </a:lnTo>
                  <a:lnTo>
                    <a:pt x="657" y="2317"/>
                  </a:lnTo>
                  <a:lnTo>
                    <a:pt x="387" y="2510"/>
                  </a:lnTo>
                  <a:lnTo>
                    <a:pt x="1" y="2665"/>
                  </a:lnTo>
                  <a:lnTo>
                    <a:pt x="1" y="2665"/>
                  </a:lnTo>
                  <a:lnTo>
                    <a:pt x="194" y="2935"/>
                  </a:lnTo>
                  <a:lnTo>
                    <a:pt x="387" y="3205"/>
                  </a:lnTo>
                  <a:lnTo>
                    <a:pt x="619" y="3437"/>
                  </a:lnTo>
                  <a:lnTo>
                    <a:pt x="889" y="3707"/>
                  </a:lnTo>
                  <a:lnTo>
                    <a:pt x="1468" y="4132"/>
                  </a:lnTo>
                  <a:lnTo>
                    <a:pt x="2086" y="4518"/>
                  </a:lnTo>
                  <a:lnTo>
                    <a:pt x="2627" y="4827"/>
                  </a:lnTo>
                  <a:lnTo>
                    <a:pt x="3129" y="5059"/>
                  </a:lnTo>
                  <a:lnTo>
                    <a:pt x="3553" y="5252"/>
                  </a:lnTo>
                  <a:lnTo>
                    <a:pt x="5870" y="3591"/>
                  </a:lnTo>
                  <a:lnTo>
                    <a:pt x="5870" y="3591"/>
                  </a:lnTo>
                  <a:lnTo>
                    <a:pt x="5252" y="3398"/>
                  </a:lnTo>
                  <a:lnTo>
                    <a:pt x="4712" y="3205"/>
                  </a:lnTo>
                  <a:lnTo>
                    <a:pt x="4248" y="2974"/>
                  </a:lnTo>
                  <a:lnTo>
                    <a:pt x="3862" y="2665"/>
                  </a:lnTo>
                  <a:lnTo>
                    <a:pt x="3862" y="2665"/>
                  </a:lnTo>
                  <a:lnTo>
                    <a:pt x="2665" y="3398"/>
                  </a:lnTo>
                  <a:lnTo>
                    <a:pt x="2665" y="3398"/>
                  </a:lnTo>
                  <a:lnTo>
                    <a:pt x="2472" y="3514"/>
                  </a:lnTo>
                  <a:lnTo>
                    <a:pt x="2472" y="3514"/>
                  </a:lnTo>
                  <a:lnTo>
                    <a:pt x="2434" y="3437"/>
                  </a:lnTo>
                  <a:lnTo>
                    <a:pt x="2434" y="3437"/>
                  </a:lnTo>
                  <a:lnTo>
                    <a:pt x="3785" y="2626"/>
                  </a:lnTo>
                  <a:lnTo>
                    <a:pt x="3785" y="2626"/>
                  </a:lnTo>
                  <a:lnTo>
                    <a:pt x="3476" y="2317"/>
                  </a:lnTo>
                  <a:lnTo>
                    <a:pt x="3206" y="1970"/>
                  </a:lnTo>
                  <a:lnTo>
                    <a:pt x="3013" y="1622"/>
                  </a:lnTo>
                  <a:lnTo>
                    <a:pt x="2897" y="1274"/>
                  </a:lnTo>
                  <a:lnTo>
                    <a:pt x="2820" y="966"/>
                  </a:lnTo>
                  <a:lnTo>
                    <a:pt x="2742" y="618"/>
                  </a:lnTo>
                  <a:lnTo>
                    <a:pt x="2742" y="309"/>
                  </a:lnTo>
                  <a:lnTo>
                    <a:pt x="27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5133330" y="2691051"/>
              <a:ext cx="100794" cy="62661"/>
            </a:xfrm>
            <a:custGeom>
              <a:avLst/>
              <a:gdLst/>
              <a:ahLst/>
              <a:cxnLst/>
              <a:rect l="l" t="t" r="r" b="b"/>
              <a:pathLst>
                <a:path w="1430" h="889" extrusionOk="0">
                  <a:moveTo>
                    <a:pt x="1352" y="0"/>
                  </a:moveTo>
                  <a:lnTo>
                    <a:pt x="1" y="811"/>
                  </a:lnTo>
                  <a:lnTo>
                    <a:pt x="39" y="888"/>
                  </a:lnTo>
                  <a:lnTo>
                    <a:pt x="232" y="772"/>
                  </a:lnTo>
                  <a:lnTo>
                    <a:pt x="1429" y="39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5987958" y="28597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E988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5987958" y="28597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5987958" y="28597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5661332" y="2778100"/>
              <a:ext cx="326698" cy="157957"/>
            </a:xfrm>
            <a:custGeom>
              <a:avLst/>
              <a:gdLst/>
              <a:ahLst/>
              <a:cxnLst/>
              <a:rect l="l" t="t" r="r" b="b"/>
              <a:pathLst>
                <a:path w="4635" h="2241" extrusionOk="0">
                  <a:moveTo>
                    <a:pt x="4055" y="1"/>
                  </a:moveTo>
                  <a:lnTo>
                    <a:pt x="2820" y="387"/>
                  </a:lnTo>
                  <a:lnTo>
                    <a:pt x="2009" y="619"/>
                  </a:lnTo>
                  <a:lnTo>
                    <a:pt x="1082" y="850"/>
                  </a:lnTo>
                  <a:lnTo>
                    <a:pt x="1893" y="2124"/>
                  </a:lnTo>
                  <a:lnTo>
                    <a:pt x="1854" y="2163"/>
                  </a:lnTo>
                  <a:lnTo>
                    <a:pt x="2434" y="2047"/>
                  </a:lnTo>
                  <a:lnTo>
                    <a:pt x="2974" y="1893"/>
                  </a:lnTo>
                  <a:lnTo>
                    <a:pt x="3438" y="1738"/>
                  </a:lnTo>
                  <a:lnTo>
                    <a:pt x="3824" y="1584"/>
                  </a:lnTo>
                  <a:lnTo>
                    <a:pt x="4403" y="1314"/>
                  </a:lnTo>
                  <a:lnTo>
                    <a:pt x="4635" y="1159"/>
                  </a:lnTo>
                  <a:lnTo>
                    <a:pt x="4055" y="1"/>
                  </a:lnTo>
                  <a:close/>
                  <a:moveTo>
                    <a:pt x="966" y="889"/>
                  </a:moveTo>
                  <a:lnTo>
                    <a:pt x="1" y="1082"/>
                  </a:lnTo>
                  <a:lnTo>
                    <a:pt x="850" y="2240"/>
                  </a:lnTo>
                  <a:lnTo>
                    <a:pt x="1314" y="2240"/>
                  </a:lnTo>
                  <a:lnTo>
                    <a:pt x="1816" y="2163"/>
                  </a:lnTo>
                  <a:lnTo>
                    <a:pt x="1700" y="2009"/>
                  </a:lnTo>
                  <a:lnTo>
                    <a:pt x="1430" y="1584"/>
                  </a:lnTo>
                  <a:lnTo>
                    <a:pt x="966" y="889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5661332" y="2840690"/>
              <a:ext cx="128001" cy="95366"/>
            </a:xfrm>
            <a:custGeom>
              <a:avLst/>
              <a:gdLst/>
              <a:ahLst/>
              <a:cxnLst/>
              <a:rect l="l" t="t" r="r" b="b"/>
              <a:pathLst>
                <a:path w="1816" h="1353" fill="none" extrusionOk="0">
                  <a:moveTo>
                    <a:pt x="966" y="1"/>
                  </a:moveTo>
                  <a:lnTo>
                    <a:pt x="966" y="1"/>
                  </a:lnTo>
                  <a:lnTo>
                    <a:pt x="1" y="194"/>
                  </a:lnTo>
                  <a:lnTo>
                    <a:pt x="1" y="194"/>
                  </a:lnTo>
                  <a:lnTo>
                    <a:pt x="850" y="1352"/>
                  </a:lnTo>
                  <a:lnTo>
                    <a:pt x="850" y="1352"/>
                  </a:lnTo>
                  <a:lnTo>
                    <a:pt x="1314" y="1352"/>
                  </a:lnTo>
                  <a:lnTo>
                    <a:pt x="1816" y="1275"/>
                  </a:lnTo>
                  <a:lnTo>
                    <a:pt x="1816" y="1275"/>
                  </a:lnTo>
                  <a:lnTo>
                    <a:pt x="1700" y="1121"/>
                  </a:lnTo>
                  <a:lnTo>
                    <a:pt x="1700" y="1121"/>
                  </a:lnTo>
                  <a:lnTo>
                    <a:pt x="1430" y="696"/>
                  </a:lnTo>
                  <a:lnTo>
                    <a:pt x="1430" y="696"/>
                  </a:lnTo>
                  <a:lnTo>
                    <a:pt x="96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5737596" y="2778100"/>
              <a:ext cx="250433" cy="152530"/>
            </a:xfrm>
            <a:custGeom>
              <a:avLst/>
              <a:gdLst/>
              <a:ahLst/>
              <a:cxnLst/>
              <a:rect l="l" t="t" r="r" b="b"/>
              <a:pathLst>
                <a:path w="3553" h="2164" fill="none" extrusionOk="0">
                  <a:moveTo>
                    <a:pt x="2973" y="1"/>
                  </a:moveTo>
                  <a:lnTo>
                    <a:pt x="2973" y="1"/>
                  </a:lnTo>
                  <a:lnTo>
                    <a:pt x="1738" y="387"/>
                  </a:lnTo>
                  <a:lnTo>
                    <a:pt x="927" y="619"/>
                  </a:lnTo>
                  <a:lnTo>
                    <a:pt x="0" y="850"/>
                  </a:lnTo>
                  <a:lnTo>
                    <a:pt x="0" y="850"/>
                  </a:lnTo>
                  <a:lnTo>
                    <a:pt x="811" y="2124"/>
                  </a:lnTo>
                  <a:lnTo>
                    <a:pt x="772" y="2163"/>
                  </a:lnTo>
                  <a:lnTo>
                    <a:pt x="772" y="2163"/>
                  </a:lnTo>
                  <a:lnTo>
                    <a:pt x="1352" y="2047"/>
                  </a:lnTo>
                  <a:lnTo>
                    <a:pt x="1892" y="1893"/>
                  </a:lnTo>
                  <a:lnTo>
                    <a:pt x="2356" y="1738"/>
                  </a:lnTo>
                  <a:lnTo>
                    <a:pt x="2742" y="1584"/>
                  </a:lnTo>
                  <a:lnTo>
                    <a:pt x="3321" y="1314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3553" y="1159"/>
                  </a:lnTo>
                  <a:lnTo>
                    <a:pt x="297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5729420" y="2838012"/>
              <a:ext cx="65340" cy="92617"/>
            </a:xfrm>
            <a:custGeom>
              <a:avLst/>
              <a:gdLst/>
              <a:ahLst/>
              <a:cxnLst/>
              <a:rect l="l" t="t" r="r" b="b"/>
              <a:pathLst>
                <a:path w="927" h="1314" extrusionOk="0">
                  <a:moveTo>
                    <a:pt x="116" y="0"/>
                  </a:moveTo>
                  <a:lnTo>
                    <a:pt x="0" y="39"/>
                  </a:lnTo>
                  <a:lnTo>
                    <a:pt x="464" y="734"/>
                  </a:lnTo>
                  <a:lnTo>
                    <a:pt x="734" y="1159"/>
                  </a:lnTo>
                  <a:lnTo>
                    <a:pt x="850" y="1313"/>
                  </a:lnTo>
                  <a:lnTo>
                    <a:pt x="888" y="1313"/>
                  </a:lnTo>
                  <a:lnTo>
                    <a:pt x="927" y="127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5936222" y="2960444"/>
              <a:ext cx="182486" cy="136177"/>
            </a:xfrm>
            <a:custGeom>
              <a:avLst/>
              <a:gdLst/>
              <a:ahLst/>
              <a:cxnLst/>
              <a:rect l="l" t="t" r="r" b="b"/>
              <a:pathLst>
                <a:path w="2589" h="1932" extrusionOk="0">
                  <a:moveTo>
                    <a:pt x="1005" y="1"/>
                  </a:moveTo>
                  <a:lnTo>
                    <a:pt x="812" y="117"/>
                  </a:lnTo>
                  <a:lnTo>
                    <a:pt x="657" y="271"/>
                  </a:lnTo>
                  <a:lnTo>
                    <a:pt x="503" y="464"/>
                  </a:lnTo>
                  <a:lnTo>
                    <a:pt x="348" y="696"/>
                  </a:lnTo>
                  <a:lnTo>
                    <a:pt x="233" y="928"/>
                  </a:lnTo>
                  <a:lnTo>
                    <a:pt x="117" y="1237"/>
                  </a:lnTo>
                  <a:lnTo>
                    <a:pt x="40" y="1584"/>
                  </a:lnTo>
                  <a:lnTo>
                    <a:pt x="1" y="1932"/>
                  </a:lnTo>
                  <a:lnTo>
                    <a:pt x="2588" y="1932"/>
                  </a:lnTo>
                  <a:lnTo>
                    <a:pt x="2588" y="1700"/>
                  </a:lnTo>
                  <a:lnTo>
                    <a:pt x="2511" y="1468"/>
                  </a:lnTo>
                  <a:lnTo>
                    <a:pt x="2434" y="1159"/>
                  </a:lnTo>
                  <a:lnTo>
                    <a:pt x="2241" y="850"/>
                  </a:lnTo>
                  <a:lnTo>
                    <a:pt x="2086" y="657"/>
                  </a:lnTo>
                  <a:lnTo>
                    <a:pt x="1932" y="503"/>
                  </a:lnTo>
                  <a:lnTo>
                    <a:pt x="1739" y="348"/>
                  </a:lnTo>
                  <a:lnTo>
                    <a:pt x="1546" y="233"/>
                  </a:lnTo>
                  <a:lnTo>
                    <a:pt x="1275" y="117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5917191" y="2946840"/>
              <a:ext cx="57234" cy="73586"/>
            </a:xfrm>
            <a:custGeom>
              <a:avLst/>
              <a:gdLst/>
              <a:ahLst/>
              <a:cxnLst/>
              <a:rect l="l" t="t" r="r" b="b"/>
              <a:pathLst>
                <a:path w="812" h="1044" extrusionOk="0">
                  <a:moveTo>
                    <a:pt x="734" y="1"/>
                  </a:moveTo>
                  <a:lnTo>
                    <a:pt x="618" y="78"/>
                  </a:lnTo>
                  <a:lnTo>
                    <a:pt x="425" y="271"/>
                  </a:lnTo>
                  <a:lnTo>
                    <a:pt x="194" y="580"/>
                  </a:lnTo>
                  <a:lnTo>
                    <a:pt x="78" y="773"/>
                  </a:lnTo>
                  <a:lnTo>
                    <a:pt x="1" y="1005"/>
                  </a:lnTo>
                  <a:lnTo>
                    <a:pt x="155" y="1043"/>
                  </a:lnTo>
                  <a:lnTo>
                    <a:pt x="232" y="850"/>
                  </a:lnTo>
                  <a:lnTo>
                    <a:pt x="310" y="657"/>
                  </a:lnTo>
                  <a:lnTo>
                    <a:pt x="541" y="387"/>
                  </a:lnTo>
                  <a:lnTo>
                    <a:pt x="734" y="194"/>
                  </a:lnTo>
                  <a:lnTo>
                    <a:pt x="773" y="155"/>
                  </a:lnTo>
                  <a:lnTo>
                    <a:pt x="812" y="155"/>
                  </a:lnTo>
                  <a:lnTo>
                    <a:pt x="73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5560679" y="2906030"/>
              <a:ext cx="149710" cy="174239"/>
            </a:xfrm>
            <a:custGeom>
              <a:avLst/>
              <a:gdLst/>
              <a:ahLst/>
              <a:cxnLst/>
              <a:rect l="l" t="t" r="r" b="b"/>
              <a:pathLst>
                <a:path w="2124" h="2472" extrusionOk="0">
                  <a:moveTo>
                    <a:pt x="425" y="1"/>
                  </a:moveTo>
                  <a:lnTo>
                    <a:pt x="309" y="657"/>
                  </a:lnTo>
                  <a:lnTo>
                    <a:pt x="193" y="1391"/>
                  </a:lnTo>
                  <a:lnTo>
                    <a:pt x="0" y="2395"/>
                  </a:lnTo>
                  <a:lnTo>
                    <a:pt x="348" y="2472"/>
                  </a:lnTo>
                  <a:lnTo>
                    <a:pt x="1043" y="2472"/>
                  </a:lnTo>
                  <a:lnTo>
                    <a:pt x="1352" y="2433"/>
                  </a:lnTo>
                  <a:lnTo>
                    <a:pt x="1622" y="2317"/>
                  </a:lnTo>
                  <a:lnTo>
                    <a:pt x="1854" y="2202"/>
                  </a:lnTo>
                  <a:lnTo>
                    <a:pt x="2008" y="2047"/>
                  </a:lnTo>
                  <a:lnTo>
                    <a:pt x="2085" y="1931"/>
                  </a:lnTo>
                  <a:lnTo>
                    <a:pt x="2085" y="1815"/>
                  </a:lnTo>
                  <a:lnTo>
                    <a:pt x="2124" y="1507"/>
                  </a:lnTo>
                  <a:lnTo>
                    <a:pt x="2085" y="1236"/>
                  </a:lnTo>
                  <a:lnTo>
                    <a:pt x="2008" y="1005"/>
                  </a:lnTo>
                  <a:lnTo>
                    <a:pt x="1892" y="811"/>
                  </a:lnTo>
                  <a:lnTo>
                    <a:pt x="1776" y="657"/>
                  </a:lnTo>
                  <a:lnTo>
                    <a:pt x="1622" y="503"/>
                  </a:lnTo>
                  <a:lnTo>
                    <a:pt x="1467" y="387"/>
                  </a:lnTo>
                  <a:lnTo>
                    <a:pt x="1313" y="271"/>
                  </a:lnTo>
                  <a:lnTo>
                    <a:pt x="1004" y="116"/>
                  </a:lnTo>
                  <a:lnTo>
                    <a:pt x="695" y="39"/>
                  </a:lnTo>
                  <a:lnTo>
                    <a:pt x="4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4635285" y="2641994"/>
              <a:ext cx="982631" cy="460056"/>
            </a:xfrm>
            <a:custGeom>
              <a:avLst/>
              <a:gdLst/>
              <a:ahLst/>
              <a:cxnLst/>
              <a:rect l="l" t="t" r="r" b="b"/>
              <a:pathLst>
                <a:path w="13941" h="6527" extrusionOk="0">
                  <a:moveTo>
                    <a:pt x="5638" y="1"/>
                  </a:moveTo>
                  <a:lnTo>
                    <a:pt x="4750" y="194"/>
                  </a:lnTo>
                  <a:lnTo>
                    <a:pt x="3823" y="464"/>
                  </a:lnTo>
                  <a:lnTo>
                    <a:pt x="2858" y="735"/>
                  </a:lnTo>
                  <a:lnTo>
                    <a:pt x="2008" y="1044"/>
                  </a:lnTo>
                  <a:lnTo>
                    <a:pt x="618" y="1584"/>
                  </a:lnTo>
                  <a:lnTo>
                    <a:pt x="39" y="1816"/>
                  </a:lnTo>
                  <a:lnTo>
                    <a:pt x="39" y="2009"/>
                  </a:lnTo>
                  <a:lnTo>
                    <a:pt x="0" y="2550"/>
                  </a:lnTo>
                  <a:lnTo>
                    <a:pt x="39" y="3322"/>
                  </a:lnTo>
                  <a:lnTo>
                    <a:pt x="116" y="3747"/>
                  </a:lnTo>
                  <a:lnTo>
                    <a:pt x="193" y="4171"/>
                  </a:lnTo>
                  <a:lnTo>
                    <a:pt x="348" y="4596"/>
                  </a:lnTo>
                  <a:lnTo>
                    <a:pt x="541" y="5059"/>
                  </a:lnTo>
                  <a:lnTo>
                    <a:pt x="772" y="5446"/>
                  </a:lnTo>
                  <a:lnTo>
                    <a:pt x="1081" y="5793"/>
                  </a:lnTo>
                  <a:lnTo>
                    <a:pt x="1236" y="5948"/>
                  </a:lnTo>
                  <a:lnTo>
                    <a:pt x="1429" y="6102"/>
                  </a:lnTo>
                  <a:lnTo>
                    <a:pt x="1660" y="6218"/>
                  </a:lnTo>
                  <a:lnTo>
                    <a:pt x="1892" y="6334"/>
                  </a:lnTo>
                  <a:lnTo>
                    <a:pt x="2162" y="6411"/>
                  </a:lnTo>
                  <a:lnTo>
                    <a:pt x="2433" y="6488"/>
                  </a:lnTo>
                  <a:lnTo>
                    <a:pt x="2742" y="6527"/>
                  </a:lnTo>
                  <a:lnTo>
                    <a:pt x="12897" y="6527"/>
                  </a:lnTo>
                  <a:lnTo>
                    <a:pt x="13090" y="6488"/>
                  </a:lnTo>
                  <a:lnTo>
                    <a:pt x="13245" y="6411"/>
                  </a:lnTo>
                  <a:lnTo>
                    <a:pt x="13438" y="6257"/>
                  </a:lnTo>
                  <a:lnTo>
                    <a:pt x="13631" y="6025"/>
                  </a:lnTo>
                  <a:lnTo>
                    <a:pt x="13786" y="5716"/>
                  </a:lnTo>
                  <a:lnTo>
                    <a:pt x="13863" y="5523"/>
                  </a:lnTo>
                  <a:lnTo>
                    <a:pt x="13901" y="5291"/>
                  </a:lnTo>
                  <a:lnTo>
                    <a:pt x="13940" y="5059"/>
                  </a:lnTo>
                  <a:lnTo>
                    <a:pt x="13940" y="4751"/>
                  </a:lnTo>
                  <a:lnTo>
                    <a:pt x="13940" y="4442"/>
                  </a:lnTo>
                  <a:lnTo>
                    <a:pt x="13901" y="4171"/>
                  </a:lnTo>
                  <a:lnTo>
                    <a:pt x="13824" y="3940"/>
                  </a:lnTo>
                  <a:lnTo>
                    <a:pt x="13708" y="3708"/>
                  </a:lnTo>
                  <a:lnTo>
                    <a:pt x="13592" y="3476"/>
                  </a:lnTo>
                  <a:lnTo>
                    <a:pt x="13399" y="3283"/>
                  </a:lnTo>
                  <a:lnTo>
                    <a:pt x="13245" y="3090"/>
                  </a:lnTo>
                  <a:lnTo>
                    <a:pt x="13013" y="2936"/>
                  </a:lnTo>
                  <a:lnTo>
                    <a:pt x="12782" y="2781"/>
                  </a:lnTo>
                  <a:lnTo>
                    <a:pt x="12511" y="2627"/>
                  </a:lnTo>
                  <a:lnTo>
                    <a:pt x="11893" y="2395"/>
                  </a:lnTo>
                  <a:lnTo>
                    <a:pt x="11198" y="2202"/>
                  </a:lnTo>
                  <a:lnTo>
                    <a:pt x="10426" y="2048"/>
                  </a:lnTo>
                  <a:lnTo>
                    <a:pt x="8881" y="1777"/>
                  </a:lnTo>
                  <a:lnTo>
                    <a:pt x="8148" y="1623"/>
                  </a:lnTo>
                  <a:lnTo>
                    <a:pt x="7530" y="1468"/>
                  </a:lnTo>
                  <a:lnTo>
                    <a:pt x="6951" y="1198"/>
                  </a:lnTo>
                  <a:lnTo>
                    <a:pt x="6680" y="1082"/>
                  </a:lnTo>
                  <a:lnTo>
                    <a:pt x="6449" y="889"/>
                  </a:lnTo>
                  <a:lnTo>
                    <a:pt x="6217" y="735"/>
                  </a:lnTo>
                  <a:lnTo>
                    <a:pt x="5985" y="503"/>
                  </a:lnTo>
                  <a:lnTo>
                    <a:pt x="5831" y="271"/>
                  </a:lnTo>
                  <a:lnTo>
                    <a:pt x="563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5489913" y="2862470"/>
              <a:ext cx="128001" cy="234151"/>
            </a:xfrm>
            <a:custGeom>
              <a:avLst/>
              <a:gdLst/>
              <a:ahLst/>
              <a:cxnLst/>
              <a:rect l="l" t="t" r="r" b="b"/>
              <a:pathLst>
                <a:path w="1816" h="3322" extrusionOk="0">
                  <a:moveTo>
                    <a:pt x="1120" y="1"/>
                  </a:moveTo>
                  <a:lnTo>
                    <a:pt x="888" y="117"/>
                  </a:lnTo>
                  <a:lnTo>
                    <a:pt x="657" y="271"/>
                  </a:lnTo>
                  <a:lnTo>
                    <a:pt x="463" y="425"/>
                  </a:lnTo>
                  <a:lnTo>
                    <a:pt x="309" y="657"/>
                  </a:lnTo>
                  <a:lnTo>
                    <a:pt x="155" y="889"/>
                  </a:lnTo>
                  <a:lnTo>
                    <a:pt x="77" y="1121"/>
                  </a:lnTo>
                  <a:lnTo>
                    <a:pt x="0" y="1391"/>
                  </a:lnTo>
                  <a:lnTo>
                    <a:pt x="0" y="1700"/>
                  </a:lnTo>
                  <a:lnTo>
                    <a:pt x="0" y="1931"/>
                  </a:lnTo>
                  <a:lnTo>
                    <a:pt x="77" y="2202"/>
                  </a:lnTo>
                  <a:lnTo>
                    <a:pt x="155" y="2433"/>
                  </a:lnTo>
                  <a:lnTo>
                    <a:pt x="270" y="2665"/>
                  </a:lnTo>
                  <a:lnTo>
                    <a:pt x="425" y="2858"/>
                  </a:lnTo>
                  <a:lnTo>
                    <a:pt x="579" y="3051"/>
                  </a:lnTo>
                  <a:lnTo>
                    <a:pt x="811" y="3206"/>
                  </a:lnTo>
                  <a:lnTo>
                    <a:pt x="1004" y="3322"/>
                  </a:lnTo>
                  <a:lnTo>
                    <a:pt x="1274" y="3167"/>
                  </a:lnTo>
                  <a:lnTo>
                    <a:pt x="1390" y="3013"/>
                  </a:lnTo>
                  <a:lnTo>
                    <a:pt x="1545" y="2858"/>
                  </a:lnTo>
                  <a:lnTo>
                    <a:pt x="1661" y="2627"/>
                  </a:lnTo>
                  <a:lnTo>
                    <a:pt x="1738" y="2356"/>
                  </a:lnTo>
                  <a:lnTo>
                    <a:pt x="1815" y="2009"/>
                  </a:lnTo>
                  <a:lnTo>
                    <a:pt x="1815" y="1623"/>
                  </a:lnTo>
                  <a:lnTo>
                    <a:pt x="1815" y="1352"/>
                  </a:lnTo>
                  <a:lnTo>
                    <a:pt x="1776" y="1121"/>
                  </a:lnTo>
                  <a:lnTo>
                    <a:pt x="1738" y="889"/>
                  </a:lnTo>
                  <a:lnTo>
                    <a:pt x="1661" y="696"/>
                  </a:lnTo>
                  <a:lnTo>
                    <a:pt x="1545" y="503"/>
                  </a:lnTo>
                  <a:lnTo>
                    <a:pt x="1429" y="310"/>
                  </a:lnTo>
                  <a:lnTo>
                    <a:pt x="1274" y="155"/>
                  </a:lnTo>
                  <a:lnTo>
                    <a:pt x="11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4727761" y="2729113"/>
              <a:ext cx="119825" cy="223296"/>
            </a:xfrm>
            <a:custGeom>
              <a:avLst/>
              <a:gdLst/>
              <a:ahLst/>
              <a:cxnLst/>
              <a:rect l="l" t="t" r="r" b="b"/>
              <a:pathLst>
                <a:path w="1700" h="3168" extrusionOk="0">
                  <a:moveTo>
                    <a:pt x="1700" y="1"/>
                  </a:moveTo>
                  <a:lnTo>
                    <a:pt x="1005" y="155"/>
                  </a:lnTo>
                  <a:lnTo>
                    <a:pt x="1005" y="387"/>
                  </a:lnTo>
                  <a:lnTo>
                    <a:pt x="1005" y="657"/>
                  </a:lnTo>
                  <a:lnTo>
                    <a:pt x="966" y="966"/>
                  </a:lnTo>
                  <a:lnTo>
                    <a:pt x="850" y="1314"/>
                  </a:lnTo>
                  <a:lnTo>
                    <a:pt x="657" y="1661"/>
                  </a:lnTo>
                  <a:lnTo>
                    <a:pt x="542" y="1816"/>
                  </a:lnTo>
                  <a:lnTo>
                    <a:pt x="387" y="2009"/>
                  </a:lnTo>
                  <a:lnTo>
                    <a:pt x="194" y="2163"/>
                  </a:lnTo>
                  <a:lnTo>
                    <a:pt x="1" y="2317"/>
                  </a:lnTo>
                  <a:lnTo>
                    <a:pt x="348" y="3167"/>
                  </a:lnTo>
                  <a:lnTo>
                    <a:pt x="542" y="3013"/>
                  </a:lnTo>
                  <a:lnTo>
                    <a:pt x="773" y="2781"/>
                  </a:lnTo>
                  <a:lnTo>
                    <a:pt x="1005" y="2472"/>
                  </a:lnTo>
                  <a:lnTo>
                    <a:pt x="1275" y="2009"/>
                  </a:lnTo>
                  <a:lnTo>
                    <a:pt x="1391" y="1777"/>
                  </a:lnTo>
                  <a:lnTo>
                    <a:pt x="1468" y="1468"/>
                  </a:lnTo>
                  <a:lnTo>
                    <a:pt x="1584" y="1159"/>
                  </a:lnTo>
                  <a:lnTo>
                    <a:pt x="1623" y="812"/>
                  </a:lnTo>
                  <a:lnTo>
                    <a:pt x="1661" y="425"/>
                  </a:lnTo>
                  <a:lnTo>
                    <a:pt x="170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4692377" y="2761747"/>
              <a:ext cx="430170" cy="343050"/>
            </a:xfrm>
            <a:custGeom>
              <a:avLst/>
              <a:gdLst/>
              <a:ahLst/>
              <a:cxnLst/>
              <a:rect l="l" t="t" r="r" b="b"/>
              <a:pathLst>
                <a:path w="6103" h="4867" extrusionOk="0">
                  <a:moveTo>
                    <a:pt x="1" y="1"/>
                  </a:moveTo>
                  <a:lnTo>
                    <a:pt x="40" y="426"/>
                  </a:lnTo>
                  <a:lnTo>
                    <a:pt x="117" y="889"/>
                  </a:lnTo>
                  <a:lnTo>
                    <a:pt x="271" y="1468"/>
                  </a:lnTo>
                  <a:lnTo>
                    <a:pt x="503" y="2086"/>
                  </a:lnTo>
                  <a:lnTo>
                    <a:pt x="657" y="2395"/>
                  </a:lnTo>
                  <a:lnTo>
                    <a:pt x="812" y="2665"/>
                  </a:lnTo>
                  <a:lnTo>
                    <a:pt x="1005" y="2974"/>
                  </a:lnTo>
                  <a:lnTo>
                    <a:pt x="1237" y="3206"/>
                  </a:lnTo>
                  <a:lnTo>
                    <a:pt x="1507" y="3476"/>
                  </a:lnTo>
                  <a:lnTo>
                    <a:pt x="1777" y="3669"/>
                  </a:lnTo>
                  <a:lnTo>
                    <a:pt x="2395" y="3978"/>
                  </a:lnTo>
                  <a:lnTo>
                    <a:pt x="2974" y="4249"/>
                  </a:lnTo>
                  <a:lnTo>
                    <a:pt x="3592" y="4480"/>
                  </a:lnTo>
                  <a:lnTo>
                    <a:pt x="4133" y="4635"/>
                  </a:lnTo>
                  <a:lnTo>
                    <a:pt x="4673" y="4751"/>
                  </a:lnTo>
                  <a:lnTo>
                    <a:pt x="5214" y="4828"/>
                  </a:lnTo>
                  <a:lnTo>
                    <a:pt x="5677" y="4866"/>
                  </a:lnTo>
                  <a:lnTo>
                    <a:pt x="6102" y="4866"/>
                  </a:lnTo>
                  <a:lnTo>
                    <a:pt x="6102" y="4789"/>
                  </a:lnTo>
                  <a:lnTo>
                    <a:pt x="5677" y="4789"/>
                  </a:lnTo>
                  <a:lnTo>
                    <a:pt x="5214" y="4712"/>
                  </a:lnTo>
                  <a:lnTo>
                    <a:pt x="4712" y="4635"/>
                  </a:lnTo>
                  <a:lnTo>
                    <a:pt x="4171" y="4519"/>
                  </a:lnTo>
                  <a:lnTo>
                    <a:pt x="3592" y="4364"/>
                  </a:lnTo>
                  <a:lnTo>
                    <a:pt x="3013" y="4171"/>
                  </a:lnTo>
                  <a:lnTo>
                    <a:pt x="2434" y="3901"/>
                  </a:lnTo>
                  <a:lnTo>
                    <a:pt x="1854" y="3592"/>
                  </a:lnTo>
                  <a:lnTo>
                    <a:pt x="1584" y="3399"/>
                  </a:lnTo>
                  <a:lnTo>
                    <a:pt x="1314" y="3167"/>
                  </a:lnTo>
                  <a:lnTo>
                    <a:pt x="1082" y="2897"/>
                  </a:lnTo>
                  <a:lnTo>
                    <a:pt x="928" y="2627"/>
                  </a:lnTo>
                  <a:lnTo>
                    <a:pt x="735" y="2318"/>
                  </a:lnTo>
                  <a:lnTo>
                    <a:pt x="580" y="2048"/>
                  </a:lnTo>
                  <a:lnTo>
                    <a:pt x="387" y="1430"/>
                  </a:lnTo>
                  <a:lnTo>
                    <a:pt x="233" y="889"/>
                  </a:lnTo>
                  <a:lnTo>
                    <a:pt x="155" y="426"/>
                  </a:lnTo>
                  <a:lnTo>
                    <a:pt x="78" y="11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4877470" y="1977887"/>
              <a:ext cx="206944" cy="375685"/>
            </a:xfrm>
            <a:custGeom>
              <a:avLst/>
              <a:gdLst/>
              <a:ahLst/>
              <a:cxnLst/>
              <a:rect l="l" t="t" r="r" b="b"/>
              <a:pathLst>
                <a:path w="2936" h="5330" extrusionOk="0">
                  <a:moveTo>
                    <a:pt x="78" y="1"/>
                  </a:moveTo>
                  <a:lnTo>
                    <a:pt x="1" y="40"/>
                  </a:lnTo>
                  <a:lnTo>
                    <a:pt x="541" y="5330"/>
                  </a:lnTo>
                  <a:lnTo>
                    <a:pt x="2935" y="5175"/>
                  </a:lnTo>
                  <a:lnTo>
                    <a:pt x="2820" y="4133"/>
                  </a:lnTo>
                  <a:lnTo>
                    <a:pt x="2704" y="3360"/>
                  </a:lnTo>
                  <a:lnTo>
                    <a:pt x="2549" y="2704"/>
                  </a:lnTo>
                  <a:lnTo>
                    <a:pt x="2356" y="2125"/>
                  </a:lnTo>
                  <a:lnTo>
                    <a:pt x="2163" y="1623"/>
                  </a:lnTo>
                  <a:lnTo>
                    <a:pt x="1932" y="1237"/>
                  </a:lnTo>
                  <a:lnTo>
                    <a:pt x="1700" y="889"/>
                  </a:lnTo>
                  <a:lnTo>
                    <a:pt x="1430" y="657"/>
                  </a:lnTo>
                  <a:lnTo>
                    <a:pt x="1198" y="426"/>
                  </a:lnTo>
                  <a:lnTo>
                    <a:pt x="966" y="271"/>
                  </a:lnTo>
                  <a:lnTo>
                    <a:pt x="734" y="155"/>
                  </a:lnTo>
                  <a:lnTo>
                    <a:pt x="541" y="78"/>
                  </a:lnTo>
                  <a:lnTo>
                    <a:pt x="348" y="40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4526386" y="1964283"/>
              <a:ext cx="506294" cy="805714"/>
            </a:xfrm>
            <a:custGeom>
              <a:avLst/>
              <a:gdLst/>
              <a:ahLst/>
              <a:cxnLst/>
              <a:rect l="l" t="t" r="r" b="b"/>
              <a:pathLst>
                <a:path w="7183" h="11431" extrusionOk="0">
                  <a:moveTo>
                    <a:pt x="0" y="1"/>
                  </a:moveTo>
                  <a:lnTo>
                    <a:pt x="1584" y="11431"/>
                  </a:lnTo>
                  <a:lnTo>
                    <a:pt x="2395" y="11315"/>
                  </a:lnTo>
                  <a:lnTo>
                    <a:pt x="3244" y="11161"/>
                  </a:lnTo>
                  <a:lnTo>
                    <a:pt x="4248" y="10929"/>
                  </a:lnTo>
                  <a:lnTo>
                    <a:pt x="5252" y="10659"/>
                  </a:lnTo>
                  <a:lnTo>
                    <a:pt x="5715" y="10543"/>
                  </a:lnTo>
                  <a:lnTo>
                    <a:pt x="6140" y="10350"/>
                  </a:lnTo>
                  <a:lnTo>
                    <a:pt x="6526" y="10195"/>
                  </a:lnTo>
                  <a:lnTo>
                    <a:pt x="6835" y="10002"/>
                  </a:lnTo>
                  <a:lnTo>
                    <a:pt x="7067" y="9809"/>
                  </a:lnTo>
                  <a:lnTo>
                    <a:pt x="7144" y="9732"/>
                  </a:lnTo>
                  <a:lnTo>
                    <a:pt x="7183" y="9616"/>
                  </a:lnTo>
                  <a:lnTo>
                    <a:pt x="6913" y="8998"/>
                  </a:lnTo>
                  <a:lnTo>
                    <a:pt x="6681" y="8380"/>
                  </a:lnTo>
                  <a:lnTo>
                    <a:pt x="6526" y="7801"/>
                  </a:lnTo>
                  <a:lnTo>
                    <a:pt x="6411" y="7260"/>
                  </a:lnTo>
                  <a:lnTo>
                    <a:pt x="6333" y="6758"/>
                  </a:lnTo>
                  <a:lnTo>
                    <a:pt x="6333" y="6334"/>
                  </a:lnTo>
                  <a:lnTo>
                    <a:pt x="6372" y="5948"/>
                  </a:lnTo>
                  <a:lnTo>
                    <a:pt x="6411" y="5600"/>
                  </a:lnTo>
                  <a:lnTo>
                    <a:pt x="6449" y="5446"/>
                  </a:lnTo>
                  <a:lnTo>
                    <a:pt x="6411" y="5175"/>
                  </a:lnTo>
                  <a:lnTo>
                    <a:pt x="6256" y="4442"/>
                  </a:lnTo>
                  <a:lnTo>
                    <a:pt x="6024" y="3553"/>
                  </a:lnTo>
                  <a:lnTo>
                    <a:pt x="5754" y="2627"/>
                  </a:lnTo>
                  <a:lnTo>
                    <a:pt x="5213" y="966"/>
                  </a:lnTo>
                  <a:lnTo>
                    <a:pt x="4982" y="233"/>
                  </a:lnTo>
                  <a:lnTo>
                    <a:pt x="3746" y="310"/>
                  </a:lnTo>
                  <a:lnTo>
                    <a:pt x="2781" y="3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4526386" y="1964283"/>
              <a:ext cx="506294" cy="805714"/>
            </a:xfrm>
            <a:custGeom>
              <a:avLst/>
              <a:gdLst/>
              <a:ahLst/>
              <a:cxnLst/>
              <a:rect l="l" t="t" r="r" b="b"/>
              <a:pathLst>
                <a:path w="7183" h="11431" fill="none" extrusionOk="0">
                  <a:moveTo>
                    <a:pt x="2781" y="310"/>
                  </a:moveTo>
                  <a:lnTo>
                    <a:pt x="0" y="1"/>
                  </a:lnTo>
                  <a:lnTo>
                    <a:pt x="1584" y="11431"/>
                  </a:lnTo>
                  <a:lnTo>
                    <a:pt x="1584" y="11431"/>
                  </a:lnTo>
                  <a:lnTo>
                    <a:pt x="2395" y="11315"/>
                  </a:lnTo>
                  <a:lnTo>
                    <a:pt x="3244" y="11161"/>
                  </a:lnTo>
                  <a:lnTo>
                    <a:pt x="4248" y="10929"/>
                  </a:lnTo>
                  <a:lnTo>
                    <a:pt x="5252" y="10659"/>
                  </a:lnTo>
                  <a:lnTo>
                    <a:pt x="5715" y="10543"/>
                  </a:lnTo>
                  <a:lnTo>
                    <a:pt x="6140" y="10350"/>
                  </a:lnTo>
                  <a:lnTo>
                    <a:pt x="6526" y="10195"/>
                  </a:lnTo>
                  <a:lnTo>
                    <a:pt x="6835" y="10002"/>
                  </a:lnTo>
                  <a:lnTo>
                    <a:pt x="7067" y="9809"/>
                  </a:lnTo>
                  <a:lnTo>
                    <a:pt x="7144" y="9732"/>
                  </a:lnTo>
                  <a:lnTo>
                    <a:pt x="7183" y="9616"/>
                  </a:lnTo>
                  <a:lnTo>
                    <a:pt x="7183" y="9616"/>
                  </a:lnTo>
                  <a:lnTo>
                    <a:pt x="6913" y="8998"/>
                  </a:lnTo>
                  <a:lnTo>
                    <a:pt x="6681" y="8380"/>
                  </a:lnTo>
                  <a:lnTo>
                    <a:pt x="6526" y="7801"/>
                  </a:lnTo>
                  <a:lnTo>
                    <a:pt x="6411" y="7260"/>
                  </a:lnTo>
                  <a:lnTo>
                    <a:pt x="6333" y="6758"/>
                  </a:lnTo>
                  <a:lnTo>
                    <a:pt x="6333" y="6334"/>
                  </a:lnTo>
                  <a:lnTo>
                    <a:pt x="6372" y="5948"/>
                  </a:lnTo>
                  <a:lnTo>
                    <a:pt x="6411" y="5600"/>
                  </a:lnTo>
                  <a:lnTo>
                    <a:pt x="6411" y="5600"/>
                  </a:lnTo>
                  <a:lnTo>
                    <a:pt x="6449" y="5446"/>
                  </a:lnTo>
                  <a:lnTo>
                    <a:pt x="6411" y="5175"/>
                  </a:lnTo>
                  <a:lnTo>
                    <a:pt x="6256" y="4442"/>
                  </a:lnTo>
                  <a:lnTo>
                    <a:pt x="6024" y="3553"/>
                  </a:lnTo>
                  <a:lnTo>
                    <a:pt x="5754" y="2627"/>
                  </a:lnTo>
                  <a:lnTo>
                    <a:pt x="5213" y="966"/>
                  </a:lnTo>
                  <a:lnTo>
                    <a:pt x="4982" y="233"/>
                  </a:lnTo>
                  <a:lnTo>
                    <a:pt x="3746" y="310"/>
                  </a:lnTo>
                  <a:lnTo>
                    <a:pt x="2781" y="31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5002722" y="2693730"/>
              <a:ext cx="187843" cy="62661"/>
            </a:xfrm>
            <a:custGeom>
              <a:avLst/>
              <a:gdLst/>
              <a:ahLst/>
              <a:cxnLst/>
              <a:rect l="l" t="t" r="r" b="b"/>
              <a:pathLst>
                <a:path w="2665" h="889" extrusionOk="0">
                  <a:moveTo>
                    <a:pt x="77" y="1"/>
                  </a:moveTo>
                  <a:lnTo>
                    <a:pt x="0" y="78"/>
                  </a:lnTo>
                  <a:lnTo>
                    <a:pt x="386" y="310"/>
                  </a:lnTo>
                  <a:lnTo>
                    <a:pt x="772" y="464"/>
                  </a:lnTo>
                  <a:lnTo>
                    <a:pt x="1197" y="580"/>
                  </a:lnTo>
                  <a:lnTo>
                    <a:pt x="1622" y="696"/>
                  </a:lnTo>
                  <a:lnTo>
                    <a:pt x="2356" y="850"/>
                  </a:lnTo>
                  <a:lnTo>
                    <a:pt x="2626" y="889"/>
                  </a:lnTo>
                  <a:lnTo>
                    <a:pt x="2664" y="773"/>
                  </a:lnTo>
                  <a:lnTo>
                    <a:pt x="2356" y="734"/>
                  </a:lnTo>
                  <a:lnTo>
                    <a:pt x="1854" y="657"/>
                  </a:lnTo>
                  <a:lnTo>
                    <a:pt x="1236" y="503"/>
                  </a:lnTo>
                  <a:lnTo>
                    <a:pt x="618" y="271"/>
                  </a:lnTo>
                  <a:lnTo>
                    <a:pt x="309" y="155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4409381" y="2342645"/>
              <a:ext cx="201446" cy="70837"/>
            </a:xfrm>
            <a:custGeom>
              <a:avLst/>
              <a:gdLst/>
              <a:ahLst/>
              <a:cxnLst/>
              <a:rect l="l" t="t" r="r" b="b"/>
              <a:pathLst>
                <a:path w="2858" h="1005" extrusionOk="0">
                  <a:moveTo>
                    <a:pt x="1506" y="0"/>
                  </a:moveTo>
                  <a:lnTo>
                    <a:pt x="1043" y="78"/>
                  </a:lnTo>
                  <a:lnTo>
                    <a:pt x="618" y="193"/>
                  </a:lnTo>
                  <a:lnTo>
                    <a:pt x="425" y="309"/>
                  </a:lnTo>
                  <a:lnTo>
                    <a:pt x="232" y="425"/>
                  </a:lnTo>
                  <a:lnTo>
                    <a:pt x="77" y="541"/>
                  </a:lnTo>
                  <a:lnTo>
                    <a:pt x="0" y="695"/>
                  </a:lnTo>
                  <a:lnTo>
                    <a:pt x="232" y="773"/>
                  </a:lnTo>
                  <a:lnTo>
                    <a:pt x="502" y="888"/>
                  </a:lnTo>
                  <a:lnTo>
                    <a:pt x="850" y="966"/>
                  </a:lnTo>
                  <a:lnTo>
                    <a:pt x="1274" y="1004"/>
                  </a:lnTo>
                  <a:lnTo>
                    <a:pt x="1776" y="1004"/>
                  </a:lnTo>
                  <a:lnTo>
                    <a:pt x="2278" y="966"/>
                  </a:lnTo>
                  <a:lnTo>
                    <a:pt x="2587" y="888"/>
                  </a:lnTo>
                  <a:lnTo>
                    <a:pt x="2858" y="773"/>
                  </a:lnTo>
                  <a:lnTo>
                    <a:pt x="2780" y="580"/>
                  </a:lnTo>
                  <a:lnTo>
                    <a:pt x="2664" y="425"/>
                  </a:lnTo>
                  <a:lnTo>
                    <a:pt x="2510" y="309"/>
                  </a:lnTo>
                  <a:lnTo>
                    <a:pt x="2356" y="193"/>
                  </a:lnTo>
                  <a:lnTo>
                    <a:pt x="2162" y="116"/>
                  </a:lnTo>
                  <a:lnTo>
                    <a:pt x="1969" y="39"/>
                  </a:lnTo>
                  <a:lnTo>
                    <a:pt x="1738" y="39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8E5E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4409381" y="2342645"/>
              <a:ext cx="201446" cy="70837"/>
            </a:xfrm>
            <a:custGeom>
              <a:avLst/>
              <a:gdLst/>
              <a:ahLst/>
              <a:cxnLst/>
              <a:rect l="l" t="t" r="r" b="b"/>
              <a:pathLst>
                <a:path w="2858" h="1005" fill="none" extrusionOk="0">
                  <a:moveTo>
                    <a:pt x="0" y="695"/>
                  </a:moveTo>
                  <a:lnTo>
                    <a:pt x="0" y="695"/>
                  </a:lnTo>
                  <a:lnTo>
                    <a:pt x="232" y="773"/>
                  </a:lnTo>
                  <a:lnTo>
                    <a:pt x="502" y="888"/>
                  </a:lnTo>
                  <a:lnTo>
                    <a:pt x="850" y="966"/>
                  </a:lnTo>
                  <a:lnTo>
                    <a:pt x="1274" y="1004"/>
                  </a:lnTo>
                  <a:lnTo>
                    <a:pt x="1776" y="1004"/>
                  </a:lnTo>
                  <a:lnTo>
                    <a:pt x="2278" y="966"/>
                  </a:lnTo>
                  <a:lnTo>
                    <a:pt x="2587" y="888"/>
                  </a:lnTo>
                  <a:lnTo>
                    <a:pt x="2858" y="773"/>
                  </a:lnTo>
                  <a:lnTo>
                    <a:pt x="2858" y="773"/>
                  </a:lnTo>
                  <a:lnTo>
                    <a:pt x="2780" y="580"/>
                  </a:lnTo>
                  <a:lnTo>
                    <a:pt x="2664" y="425"/>
                  </a:lnTo>
                  <a:lnTo>
                    <a:pt x="2510" y="309"/>
                  </a:lnTo>
                  <a:lnTo>
                    <a:pt x="2356" y="193"/>
                  </a:lnTo>
                  <a:lnTo>
                    <a:pt x="2162" y="116"/>
                  </a:lnTo>
                  <a:lnTo>
                    <a:pt x="1969" y="39"/>
                  </a:lnTo>
                  <a:lnTo>
                    <a:pt x="1738" y="39"/>
                  </a:lnTo>
                  <a:lnTo>
                    <a:pt x="1506" y="0"/>
                  </a:lnTo>
                  <a:lnTo>
                    <a:pt x="1043" y="78"/>
                  </a:lnTo>
                  <a:lnTo>
                    <a:pt x="618" y="193"/>
                  </a:lnTo>
                  <a:lnTo>
                    <a:pt x="425" y="309"/>
                  </a:lnTo>
                  <a:lnTo>
                    <a:pt x="232" y="425"/>
                  </a:lnTo>
                  <a:lnTo>
                    <a:pt x="77" y="541"/>
                  </a:lnTo>
                  <a:lnTo>
                    <a:pt x="0" y="69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4218790" y="2320865"/>
              <a:ext cx="370258" cy="792110"/>
            </a:xfrm>
            <a:custGeom>
              <a:avLst/>
              <a:gdLst/>
              <a:ahLst/>
              <a:cxnLst/>
              <a:rect l="l" t="t" r="r" b="b"/>
              <a:pathLst>
                <a:path w="5253" h="11238" extrusionOk="0">
                  <a:moveTo>
                    <a:pt x="5253" y="0"/>
                  </a:moveTo>
                  <a:lnTo>
                    <a:pt x="2974" y="193"/>
                  </a:lnTo>
                  <a:lnTo>
                    <a:pt x="2897" y="2356"/>
                  </a:lnTo>
                  <a:lnTo>
                    <a:pt x="2820" y="5522"/>
                  </a:lnTo>
                  <a:lnTo>
                    <a:pt x="2743" y="6797"/>
                  </a:lnTo>
                  <a:lnTo>
                    <a:pt x="2588" y="8225"/>
                  </a:lnTo>
                  <a:lnTo>
                    <a:pt x="2472" y="8882"/>
                  </a:lnTo>
                  <a:lnTo>
                    <a:pt x="2356" y="9422"/>
                  </a:lnTo>
                  <a:lnTo>
                    <a:pt x="2202" y="9847"/>
                  </a:lnTo>
                  <a:lnTo>
                    <a:pt x="2125" y="10002"/>
                  </a:lnTo>
                  <a:lnTo>
                    <a:pt x="2048" y="10079"/>
                  </a:lnTo>
                  <a:lnTo>
                    <a:pt x="1661" y="10311"/>
                  </a:lnTo>
                  <a:lnTo>
                    <a:pt x="1121" y="10581"/>
                  </a:lnTo>
                  <a:lnTo>
                    <a:pt x="619" y="10735"/>
                  </a:lnTo>
                  <a:lnTo>
                    <a:pt x="426" y="10813"/>
                  </a:lnTo>
                  <a:lnTo>
                    <a:pt x="233" y="10813"/>
                  </a:lnTo>
                  <a:lnTo>
                    <a:pt x="155" y="10851"/>
                  </a:lnTo>
                  <a:lnTo>
                    <a:pt x="78" y="10890"/>
                  </a:lnTo>
                  <a:lnTo>
                    <a:pt x="40" y="10967"/>
                  </a:lnTo>
                  <a:lnTo>
                    <a:pt x="1" y="11044"/>
                  </a:lnTo>
                  <a:lnTo>
                    <a:pt x="40" y="11160"/>
                  </a:lnTo>
                  <a:lnTo>
                    <a:pt x="40" y="11237"/>
                  </a:lnTo>
                  <a:lnTo>
                    <a:pt x="2936" y="11237"/>
                  </a:lnTo>
                  <a:lnTo>
                    <a:pt x="3206" y="11199"/>
                  </a:lnTo>
                  <a:lnTo>
                    <a:pt x="3438" y="11160"/>
                  </a:lnTo>
                  <a:lnTo>
                    <a:pt x="3631" y="11083"/>
                  </a:lnTo>
                  <a:lnTo>
                    <a:pt x="3785" y="11006"/>
                  </a:lnTo>
                  <a:lnTo>
                    <a:pt x="3862" y="10928"/>
                  </a:lnTo>
                  <a:lnTo>
                    <a:pt x="3978" y="10813"/>
                  </a:lnTo>
                  <a:lnTo>
                    <a:pt x="4056" y="10619"/>
                  </a:lnTo>
                  <a:lnTo>
                    <a:pt x="4094" y="10426"/>
                  </a:lnTo>
                  <a:lnTo>
                    <a:pt x="4056" y="10117"/>
                  </a:lnTo>
                  <a:lnTo>
                    <a:pt x="4094" y="9847"/>
                  </a:lnTo>
                  <a:lnTo>
                    <a:pt x="4171" y="9307"/>
                  </a:lnTo>
                  <a:lnTo>
                    <a:pt x="4519" y="7723"/>
                  </a:lnTo>
                  <a:lnTo>
                    <a:pt x="4673" y="6835"/>
                  </a:lnTo>
                  <a:lnTo>
                    <a:pt x="4828" y="5986"/>
                  </a:lnTo>
                  <a:lnTo>
                    <a:pt x="4905" y="5213"/>
                  </a:lnTo>
                  <a:lnTo>
                    <a:pt x="4944" y="4596"/>
                  </a:lnTo>
                  <a:lnTo>
                    <a:pt x="4944" y="4016"/>
                  </a:lnTo>
                  <a:lnTo>
                    <a:pt x="4982" y="3283"/>
                  </a:lnTo>
                  <a:lnTo>
                    <a:pt x="5098" y="1777"/>
                  </a:lnTo>
                  <a:lnTo>
                    <a:pt x="5253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4218790" y="2320865"/>
              <a:ext cx="370258" cy="792110"/>
            </a:xfrm>
            <a:custGeom>
              <a:avLst/>
              <a:gdLst/>
              <a:ahLst/>
              <a:cxnLst/>
              <a:rect l="l" t="t" r="r" b="b"/>
              <a:pathLst>
                <a:path w="5253" h="11238" fill="none" extrusionOk="0">
                  <a:moveTo>
                    <a:pt x="5253" y="0"/>
                  </a:moveTo>
                  <a:lnTo>
                    <a:pt x="5253" y="0"/>
                  </a:lnTo>
                  <a:lnTo>
                    <a:pt x="5098" y="1777"/>
                  </a:lnTo>
                  <a:lnTo>
                    <a:pt x="4982" y="3283"/>
                  </a:lnTo>
                  <a:lnTo>
                    <a:pt x="4944" y="4016"/>
                  </a:lnTo>
                  <a:lnTo>
                    <a:pt x="4944" y="4596"/>
                  </a:lnTo>
                  <a:lnTo>
                    <a:pt x="4944" y="4596"/>
                  </a:lnTo>
                  <a:lnTo>
                    <a:pt x="4905" y="5213"/>
                  </a:lnTo>
                  <a:lnTo>
                    <a:pt x="4828" y="5986"/>
                  </a:lnTo>
                  <a:lnTo>
                    <a:pt x="4673" y="6835"/>
                  </a:lnTo>
                  <a:lnTo>
                    <a:pt x="4519" y="7723"/>
                  </a:lnTo>
                  <a:lnTo>
                    <a:pt x="4171" y="9307"/>
                  </a:lnTo>
                  <a:lnTo>
                    <a:pt x="4094" y="9847"/>
                  </a:lnTo>
                  <a:lnTo>
                    <a:pt x="4056" y="10117"/>
                  </a:lnTo>
                  <a:lnTo>
                    <a:pt x="4056" y="10117"/>
                  </a:lnTo>
                  <a:lnTo>
                    <a:pt x="4094" y="10426"/>
                  </a:lnTo>
                  <a:lnTo>
                    <a:pt x="4056" y="10619"/>
                  </a:lnTo>
                  <a:lnTo>
                    <a:pt x="3978" y="10813"/>
                  </a:lnTo>
                  <a:lnTo>
                    <a:pt x="3862" y="10928"/>
                  </a:lnTo>
                  <a:lnTo>
                    <a:pt x="3785" y="11006"/>
                  </a:lnTo>
                  <a:lnTo>
                    <a:pt x="3631" y="11083"/>
                  </a:lnTo>
                  <a:lnTo>
                    <a:pt x="3438" y="11160"/>
                  </a:lnTo>
                  <a:lnTo>
                    <a:pt x="3206" y="11199"/>
                  </a:lnTo>
                  <a:lnTo>
                    <a:pt x="2936" y="11237"/>
                  </a:lnTo>
                  <a:lnTo>
                    <a:pt x="2279" y="11237"/>
                  </a:lnTo>
                  <a:lnTo>
                    <a:pt x="2279" y="11237"/>
                  </a:lnTo>
                  <a:lnTo>
                    <a:pt x="1352" y="11237"/>
                  </a:lnTo>
                  <a:lnTo>
                    <a:pt x="40" y="11237"/>
                  </a:lnTo>
                  <a:lnTo>
                    <a:pt x="40" y="11237"/>
                  </a:lnTo>
                  <a:lnTo>
                    <a:pt x="40" y="11160"/>
                  </a:lnTo>
                  <a:lnTo>
                    <a:pt x="1" y="11044"/>
                  </a:lnTo>
                  <a:lnTo>
                    <a:pt x="40" y="10967"/>
                  </a:lnTo>
                  <a:lnTo>
                    <a:pt x="78" y="10890"/>
                  </a:lnTo>
                  <a:lnTo>
                    <a:pt x="155" y="10851"/>
                  </a:lnTo>
                  <a:lnTo>
                    <a:pt x="233" y="10813"/>
                  </a:lnTo>
                  <a:lnTo>
                    <a:pt x="233" y="10813"/>
                  </a:lnTo>
                  <a:lnTo>
                    <a:pt x="426" y="10813"/>
                  </a:lnTo>
                  <a:lnTo>
                    <a:pt x="619" y="10735"/>
                  </a:lnTo>
                  <a:lnTo>
                    <a:pt x="1121" y="10581"/>
                  </a:lnTo>
                  <a:lnTo>
                    <a:pt x="1661" y="10311"/>
                  </a:lnTo>
                  <a:lnTo>
                    <a:pt x="2048" y="10079"/>
                  </a:lnTo>
                  <a:lnTo>
                    <a:pt x="2048" y="10079"/>
                  </a:lnTo>
                  <a:lnTo>
                    <a:pt x="2125" y="10002"/>
                  </a:lnTo>
                  <a:lnTo>
                    <a:pt x="2202" y="9847"/>
                  </a:lnTo>
                  <a:lnTo>
                    <a:pt x="2356" y="9422"/>
                  </a:lnTo>
                  <a:lnTo>
                    <a:pt x="2472" y="8882"/>
                  </a:lnTo>
                  <a:lnTo>
                    <a:pt x="2588" y="8225"/>
                  </a:lnTo>
                  <a:lnTo>
                    <a:pt x="2743" y="6797"/>
                  </a:lnTo>
                  <a:lnTo>
                    <a:pt x="2820" y="5522"/>
                  </a:lnTo>
                  <a:lnTo>
                    <a:pt x="2820" y="5522"/>
                  </a:lnTo>
                  <a:lnTo>
                    <a:pt x="2897" y="2356"/>
                  </a:lnTo>
                  <a:lnTo>
                    <a:pt x="2974" y="193"/>
                  </a:lnTo>
                  <a:lnTo>
                    <a:pt x="525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4417487" y="2522240"/>
              <a:ext cx="5568" cy="144353"/>
            </a:xfrm>
            <a:custGeom>
              <a:avLst/>
              <a:gdLst/>
              <a:ahLst/>
              <a:cxnLst/>
              <a:rect l="l" t="t" r="r" b="b"/>
              <a:pathLst>
                <a:path w="79" h="2048" extrusionOk="0">
                  <a:moveTo>
                    <a:pt x="78" y="1"/>
                  </a:moveTo>
                  <a:lnTo>
                    <a:pt x="78" y="1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78" y="1"/>
                  </a:lnTo>
                  <a:lnTo>
                    <a:pt x="78" y="1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B390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4417487" y="2522240"/>
              <a:ext cx="5568" cy="144353"/>
            </a:xfrm>
            <a:custGeom>
              <a:avLst/>
              <a:gdLst/>
              <a:ahLst/>
              <a:cxnLst/>
              <a:rect l="l" t="t" r="r" b="b"/>
              <a:pathLst>
                <a:path w="79" h="2048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78" y="1"/>
                  </a:lnTo>
                  <a:lnTo>
                    <a:pt x="78" y="1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4417487" y="2522240"/>
              <a:ext cx="43630" cy="144353"/>
            </a:xfrm>
            <a:custGeom>
              <a:avLst/>
              <a:gdLst/>
              <a:ahLst/>
              <a:cxnLst/>
              <a:rect l="l" t="t" r="r" b="b"/>
              <a:pathLst>
                <a:path w="619" h="2048" extrusionOk="0">
                  <a:moveTo>
                    <a:pt x="78" y="1"/>
                  </a:moveTo>
                  <a:lnTo>
                    <a:pt x="1" y="2047"/>
                  </a:lnTo>
                  <a:lnTo>
                    <a:pt x="1" y="2047"/>
                  </a:lnTo>
                  <a:lnTo>
                    <a:pt x="271" y="1893"/>
                  </a:lnTo>
                  <a:lnTo>
                    <a:pt x="464" y="1623"/>
                  </a:lnTo>
                  <a:lnTo>
                    <a:pt x="580" y="1352"/>
                  </a:lnTo>
                  <a:lnTo>
                    <a:pt x="619" y="1159"/>
                  </a:lnTo>
                  <a:lnTo>
                    <a:pt x="619" y="1005"/>
                  </a:lnTo>
                  <a:lnTo>
                    <a:pt x="580" y="696"/>
                  </a:lnTo>
                  <a:lnTo>
                    <a:pt x="464" y="426"/>
                  </a:lnTo>
                  <a:lnTo>
                    <a:pt x="310" y="194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4417487" y="2522240"/>
              <a:ext cx="43630" cy="144353"/>
            </a:xfrm>
            <a:custGeom>
              <a:avLst/>
              <a:gdLst/>
              <a:ahLst/>
              <a:cxnLst/>
              <a:rect l="l" t="t" r="r" b="b"/>
              <a:pathLst>
                <a:path w="619" h="2048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1" y="2047"/>
                  </a:lnTo>
                  <a:lnTo>
                    <a:pt x="1" y="2047"/>
                  </a:lnTo>
                  <a:lnTo>
                    <a:pt x="271" y="1893"/>
                  </a:lnTo>
                  <a:lnTo>
                    <a:pt x="464" y="1623"/>
                  </a:lnTo>
                  <a:lnTo>
                    <a:pt x="580" y="1352"/>
                  </a:lnTo>
                  <a:lnTo>
                    <a:pt x="619" y="1159"/>
                  </a:lnTo>
                  <a:lnTo>
                    <a:pt x="619" y="1005"/>
                  </a:lnTo>
                  <a:lnTo>
                    <a:pt x="619" y="1005"/>
                  </a:lnTo>
                  <a:lnTo>
                    <a:pt x="580" y="696"/>
                  </a:lnTo>
                  <a:lnTo>
                    <a:pt x="464" y="426"/>
                  </a:lnTo>
                  <a:lnTo>
                    <a:pt x="310" y="194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4248746" y="3061166"/>
              <a:ext cx="92617" cy="54485"/>
            </a:xfrm>
            <a:custGeom>
              <a:avLst/>
              <a:gdLst/>
              <a:ahLst/>
              <a:cxnLst/>
              <a:rect l="l" t="t" r="r" b="b"/>
              <a:pathLst>
                <a:path w="1314" h="773" extrusionOk="0">
                  <a:moveTo>
                    <a:pt x="1275" y="1"/>
                  </a:moveTo>
                  <a:lnTo>
                    <a:pt x="1236" y="39"/>
                  </a:lnTo>
                  <a:lnTo>
                    <a:pt x="966" y="155"/>
                  </a:lnTo>
                  <a:lnTo>
                    <a:pt x="541" y="310"/>
                  </a:lnTo>
                  <a:lnTo>
                    <a:pt x="310" y="387"/>
                  </a:lnTo>
                  <a:lnTo>
                    <a:pt x="155" y="464"/>
                  </a:lnTo>
                  <a:lnTo>
                    <a:pt x="39" y="580"/>
                  </a:lnTo>
                  <a:lnTo>
                    <a:pt x="1" y="618"/>
                  </a:lnTo>
                  <a:lnTo>
                    <a:pt x="1" y="657"/>
                  </a:lnTo>
                  <a:lnTo>
                    <a:pt x="1" y="734"/>
                  </a:lnTo>
                  <a:lnTo>
                    <a:pt x="39" y="773"/>
                  </a:lnTo>
                  <a:lnTo>
                    <a:pt x="155" y="773"/>
                  </a:lnTo>
                  <a:lnTo>
                    <a:pt x="155" y="696"/>
                  </a:lnTo>
                  <a:lnTo>
                    <a:pt x="78" y="696"/>
                  </a:lnTo>
                  <a:lnTo>
                    <a:pt x="78" y="657"/>
                  </a:lnTo>
                  <a:lnTo>
                    <a:pt x="78" y="618"/>
                  </a:lnTo>
                  <a:lnTo>
                    <a:pt x="271" y="503"/>
                  </a:lnTo>
                  <a:lnTo>
                    <a:pt x="541" y="387"/>
                  </a:lnTo>
                  <a:lnTo>
                    <a:pt x="1082" y="194"/>
                  </a:lnTo>
                  <a:lnTo>
                    <a:pt x="1314" y="78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4409381" y="1964283"/>
              <a:ext cx="220477" cy="432848"/>
            </a:xfrm>
            <a:custGeom>
              <a:avLst/>
              <a:gdLst/>
              <a:ahLst/>
              <a:cxnLst/>
              <a:rect l="l" t="t" r="r" b="b"/>
              <a:pathLst>
                <a:path w="3128" h="6141" extrusionOk="0">
                  <a:moveTo>
                    <a:pt x="1660" y="1"/>
                  </a:moveTo>
                  <a:lnTo>
                    <a:pt x="1429" y="78"/>
                  </a:lnTo>
                  <a:lnTo>
                    <a:pt x="1197" y="233"/>
                  </a:lnTo>
                  <a:lnTo>
                    <a:pt x="965" y="426"/>
                  </a:lnTo>
                  <a:lnTo>
                    <a:pt x="695" y="735"/>
                  </a:lnTo>
                  <a:lnTo>
                    <a:pt x="541" y="928"/>
                  </a:lnTo>
                  <a:lnTo>
                    <a:pt x="425" y="1159"/>
                  </a:lnTo>
                  <a:lnTo>
                    <a:pt x="348" y="1391"/>
                  </a:lnTo>
                  <a:lnTo>
                    <a:pt x="232" y="1700"/>
                  </a:lnTo>
                  <a:lnTo>
                    <a:pt x="193" y="2009"/>
                  </a:lnTo>
                  <a:lnTo>
                    <a:pt x="116" y="2356"/>
                  </a:lnTo>
                  <a:lnTo>
                    <a:pt x="39" y="3785"/>
                  </a:lnTo>
                  <a:lnTo>
                    <a:pt x="0" y="4944"/>
                  </a:lnTo>
                  <a:lnTo>
                    <a:pt x="0" y="6063"/>
                  </a:lnTo>
                  <a:lnTo>
                    <a:pt x="232" y="5909"/>
                  </a:lnTo>
                  <a:lnTo>
                    <a:pt x="541" y="5793"/>
                  </a:lnTo>
                  <a:lnTo>
                    <a:pt x="927" y="5677"/>
                  </a:lnTo>
                  <a:lnTo>
                    <a:pt x="1352" y="5600"/>
                  </a:lnTo>
                  <a:lnTo>
                    <a:pt x="1583" y="5600"/>
                  </a:lnTo>
                  <a:lnTo>
                    <a:pt x="1815" y="5639"/>
                  </a:lnTo>
                  <a:lnTo>
                    <a:pt x="2085" y="5716"/>
                  </a:lnTo>
                  <a:lnTo>
                    <a:pt x="2356" y="5832"/>
                  </a:lnTo>
                  <a:lnTo>
                    <a:pt x="2587" y="5948"/>
                  </a:lnTo>
                  <a:lnTo>
                    <a:pt x="2858" y="6141"/>
                  </a:lnTo>
                  <a:lnTo>
                    <a:pt x="3051" y="3746"/>
                  </a:lnTo>
                  <a:lnTo>
                    <a:pt x="3128" y="2704"/>
                  </a:lnTo>
                  <a:lnTo>
                    <a:pt x="3128" y="2241"/>
                  </a:lnTo>
                  <a:lnTo>
                    <a:pt x="3089" y="1816"/>
                  </a:lnTo>
                  <a:lnTo>
                    <a:pt x="3051" y="1430"/>
                  </a:lnTo>
                  <a:lnTo>
                    <a:pt x="2973" y="1121"/>
                  </a:lnTo>
                  <a:lnTo>
                    <a:pt x="2858" y="812"/>
                  </a:lnTo>
                  <a:lnTo>
                    <a:pt x="2703" y="541"/>
                  </a:lnTo>
                  <a:lnTo>
                    <a:pt x="2510" y="348"/>
                  </a:lnTo>
                  <a:lnTo>
                    <a:pt x="2278" y="155"/>
                  </a:lnTo>
                  <a:lnTo>
                    <a:pt x="1969" y="39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4409381" y="1964283"/>
              <a:ext cx="220477" cy="432848"/>
            </a:xfrm>
            <a:custGeom>
              <a:avLst/>
              <a:gdLst/>
              <a:ahLst/>
              <a:cxnLst/>
              <a:rect l="l" t="t" r="r" b="b"/>
              <a:pathLst>
                <a:path w="3128" h="6141" fill="none" extrusionOk="0">
                  <a:moveTo>
                    <a:pt x="1660" y="1"/>
                  </a:moveTo>
                  <a:lnTo>
                    <a:pt x="1660" y="1"/>
                  </a:lnTo>
                  <a:lnTo>
                    <a:pt x="1429" y="78"/>
                  </a:lnTo>
                  <a:lnTo>
                    <a:pt x="1197" y="233"/>
                  </a:lnTo>
                  <a:lnTo>
                    <a:pt x="965" y="426"/>
                  </a:lnTo>
                  <a:lnTo>
                    <a:pt x="695" y="735"/>
                  </a:lnTo>
                  <a:lnTo>
                    <a:pt x="541" y="928"/>
                  </a:lnTo>
                  <a:lnTo>
                    <a:pt x="425" y="1159"/>
                  </a:lnTo>
                  <a:lnTo>
                    <a:pt x="348" y="1391"/>
                  </a:lnTo>
                  <a:lnTo>
                    <a:pt x="232" y="1700"/>
                  </a:lnTo>
                  <a:lnTo>
                    <a:pt x="193" y="2009"/>
                  </a:lnTo>
                  <a:lnTo>
                    <a:pt x="116" y="2356"/>
                  </a:lnTo>
                  <a:lnTo>
                    <a:pt x="116" y="2356"/>
                  </a:lnTo>
                  <a:lnTo>
                    <a:pt x="39" y="3785"/>
                  </a:lnTo>
                  <a:lnTo>
                    <a:pt x="0" y="4944"/>
                  </a:lnTo>
                  <a:lnTo>
                    <a:pt x="0" y="6063"/>
                  </a:lnTo>
                  <a:lnTo>
                    <a:pt x="0" y="6063"/>
                  </a:lnTo>
                  <a:lnTo>
                    <a:pt x="232" y="5909"/>
                  </a:lnTo>
                  <a:lnTo>
                    <a:pt x="541" y="5793"/>
                  </a:lnTo>
                  <a:lnTo>
                    <a:pt x="927" y="5677"/>
                  </a:lnTo>
                  <a:lnTo>
                    <a:pt x="1352" y="5600"/>
                  </a:lnTo>
                  <a:lnTo>
                    <a:pt x="1583" y="5600"/>
                  </a:lnTo>
                  <a:lnTo>
                    <a:pt x="1815" y="5639"/>
                  </a:lnTo>
                  <a:lnTo>
                    <a:pt x="2085" y="5716"/>
                  </a:lnTo>
                  <a:lnTo>
                    <a:pt x="2356" y="5832"/>
                  </a:lnTo>
                  <a:lnTo>
                    <a:pt x="2587" y="5948"/>
                  </a:lnTo>
                  <a:lnTo>
                    <a:pt x="2858" y="6141"/>
                  </a:lnTo>
                  <a:lnTo>
                    <a:pt x="2858" y="6141"/>
                  </a:lnTo>
                  <a:lnTo>
                    <a:pt x="3051" y="3746"/>
                  </a:lnTo>
                  <a:lnTo>
                    <a:pt x="3128" y="2704"/>
                  </a:lnTo>
                  <a:lnTo>
                    <a:pt x="3128" y="2241"/>
                  </a:lnTo>
                  <a:lnTo>
                    <a:pt x="3089" y="1816"/>
                  </a:lnTo>
                  <a:lnTo>
                    <a:pt x="3051" y="1430"/>
                  </a:lnTo>
                  <a:lnTo>
                    <a:pt x="2973" y="1121"/>
                  </a:lnTo>
                  <a:lnTo>
                    <a:pt x="2858" y="812"/>
                  </a:lnTo>
                  <a:lnTo>
                    <a:pt x="2703" y="541"/>
                  </a:lnTo>
                  <a:lnTo>
                    <a:pt x="2510" y="348"/>
                  </a:lnTo>
                  <a:lnTo>
                    <a:pt x="2278" y="155"/>
                  </a:lnTo>
                  <a:lnTo>
                    <a:pt x="1969" y="39"/>
                  </a:lnTo>
                  <a:lnTo>
                    <a:pt x="166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4406632" y="2293658"/>
              <a:ext cx="2819" cy="98045"/>
            </a:xfrm>
            <a:custGeom>
              <a:avLst/>
              <a:gdLst/>
              <a:ahLst/>
              <a:cxnLst/>
              <a:rect l="l" t="t" r="r" b="b"/>
              <a:pathLst>
                <a:path w="40" h="1391" extrusionOk="0">
                  <a:moveTo>
                    <a:pt x="39" y="1390"/>
                  </a:moveTo>
                  <a:lnTo>
                    <a:pt x="39" y="1390"/>
                  </a:lnTo>
                  <a:lnTo>
                    <a:pt x="39" y="1390"/>
                  </a:lnTo>
                  <a:lnTo>
                    <a:pt x="39" y="1390"/>
                  </a:lnTo>
                  <a:lnTo>
                    <a:pt x="39" y="1390"/>
                  </a:lnTo>
                  <a:close/>
                  <a:moveTo>
                    <a:pt x="0" y="1390"/>
                  </a:moveTo>
                  <a:lnTo>
                    <a:pt x="0" y="1390"/>
                  </a:lnTo>
                  <a:lnTo>
                    <a:pt x="39" y="1390"/>
                  </a:lnTo>
                  <a:lnTo>
                    <a:pt x="39" y="1390"/>
                  </a:lnTo>
                  <a:lnTo>
                    <a:pt x="0" y="1390"/>
                  </a:lnTo>
                  <a:close/>
                  <a:moveTo>
                    <a:pt x="0" y="1390"/>
                  </a:moveTo>
                  <a:lnTo>
                    <a:pt x="0" y="1390"/>
                  </a:lnTo>
                  <a:lnTo>
                    <a:pt x="0" y="1390"/>
                  </a:lnTo>
                  <a:lnTo>
                    <a:pt x="0" y="1390"/>
                  </a:lnTo>
                  <a:lnTo>
                    <a:pt x="0" y="1390"/>
                  </a:lnTo>
                  <a:close/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0" y="1390"/>
                  </a:lnTo>
                  <a:lnTo>
                    <a:pt x="0" y="1390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E2C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4409381" y="239163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4406632" y="2391632"/>
              <a:ext cx="2819" cy="70"/>
            </a:xfrm>
            <a:custGeom>
              <a:avLst/>
              <a:gdLst/>
              <a:ahLst/>
              <a:cxnLst/>
              <a:rect l="l" t="t" r="r" b="b"/>
              <a:pathLst>
                <a:path w="40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4406632" y="239163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4406632" y="2293658"/>
              <a:ext cx="2819" cy="98045"/>
            </a:xfrm>
            <a:custGeom>
              <a:avLst/>
              <a:gdLst/>
              <a:ahLst/>
              <a:cxnLst/>
              <a:rect l="l" t="t" r="r" b="b"/>
              <a:pathLst>
                <a:path w="40" h="1391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39" y="0"/>
                  </a:lnTo>
                  <a:lnTo>
                    <a:pt x="39" y="0"/>
                  </a:lnTo>
                  <a:lnTo>
                    <a:pt x="0" y="1390"/>
                  </a:lnTo>
                  <a:lnTo>
                    <a:pt x="0" y="139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4610756" y="2394311"/>
              <a:ext cx="70" cy="2819"/>
            </a:xfrm>
            <a:custGeom>
              <a:avLst/>
              <a:gdLst/>
              <a:ahLst/>
              <a:cxnLst/>
              <a:rect l="l" t="t" r="r" b="b"/>
              <a:pathLst>
                <a:path w="1" h="40" extrusionOk="0">
                  <a:moveTo>
                    <a:pt x="1" y="40"/>
                  </a:moveTo>
                  <a:lnTo>
                    <a:pt x="1" y="40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40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C9C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4610756" y="239705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4610756" y="2394311"/>
              <a:ext cx="70" cy="2819"/>
            </a:xfrm>
            <a:custGeom>
              <a:avLst/>
              <a:gdLst/>
              <a:ahLst/>
              <a:cxnLst/>
              <a:rect l="l" t="t" r="r" b="b"/>
              <a:pathLst>
                <a:path w="1" h="40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40"/>
                  </a:lnTo>
                  <a:lnTo>
                    <a:pt x="1" y="4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4406632" y="2277306"/>
              <a:ext cx="212371" cy="119824"/>
            </a:xfrm>
            <a:custGeom>
              <a:avLst/>
              <a:gdLst/>
              <a:ahLst/>
              <a:cxnLst/>
              <a:rect l="l" t="t" r="r" b="b"/>
              <a:pathLst>
                <a:path w="3013" h="1700" extrusionOk="0">
                  <a:moveTo>
                    <a:pt x="1120" y="1"/>
                  </a:moveTo>
                  <a:lnTo>
                    <a:pt x="734" y="78"/>
                  </a:lnTo>
                  <a:lnTo>
                    <a:pt x="348" y="155"/>
                  </a:lnTo>
                  <a:lnTo>
                    <a:pt x="39" y="232"/>
                  </a:lnTo>
                  <a:lnTo>
                    <a:pt x="0" y="1622"/>
                  </a:lnTo>
                  <a:lnTo>
                    <a:pt x="39" y="1622"/>
                  </a:lnTo>
                  <a:lnTo>
                    <a:pt x="116" y="1545"/>
                  </a:lnTo>
                  <a:lnTo>
                    <a:pt x="425" y="1391"/>
                  </a:lnTo>
                  <a:lnTo>
                    <a:pt x="657" y="1313"/>
                  </a:lnTo>
                  <a:lnTo>
                    <a:pt x="889" y="1236"/>
                  </a:lnTo>
                  <a:lnTo>
                    <a:pt x="1197" y="1198"/>
                  </a:lnTo>
                  <a:lnTo>
                    <a:pt x="1468" y="1159"/>
                  </a:lnTo>
                  <a:lnTo>
                    <a:pt x="1815" y="1198"/>
                  </a:lnTo>
                  <a:lnTo>
                    <a:pt x="2163" y="1275"/>
                  </a:lnTo>
                  <a:lnTo>
                    <a:pt x="2549" y="1468"/>
                  </a:lnTo>
                  <a:lnTo>
                    <a:pt x="2897" y="1700"/>
                  </a:lnTo>
                  <a:lnTo>
                    <a:pt x="2897" y="1661"/>
                  </a:lnTo>
                  <a:lnTo>
                    <a:pt x="3012" y="271"/>
                  </a:lnTo>
                  <a:lnTo>
                    <a:pt x="2665" y="155"/>
                  </a:lnTo>
                  <a:lnTo>
                    <a:pt x="2279" y="78"/>
                  </a:lnTo>
                  <a:lnTo>
                    <a:pt x="19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4406632" y="2277306"/>
              <a:ext cx="212371" cy="119824"/>
            </a:xfrm>
            <a:custGeom>
              <a:avLst/>
              <a:gdLst/>
              <a:ahLst/>
              <a:cxnLst/>
              <a:rect l="l" t="t" r="r" b="b"/>
              <a:pathLst>
                <a:path w="3013" h="1700" fill="none" extrusionOk="0">
                  <a:moveTo>
                    <a:pt x="1584" y="1"/>
                  </a:moveTo>
                  <a:lnTo>
                    <a:pt x="1584" y="1"/>
                  </a:lnTo>
                  <a:lnTo>
                    <a:pt x="1120" y="1"/>
                  </a:lnTo>
                  <a:lnTo>
                    <a:pt x="734" y="78"/>
                  </a:lnTo>
                  <a:lnTo>
                    <a:pt x="348" y="155"/>
                  </a:lnTo>
                  <a:lnTo>
                    <a:pt x="39" y="232"/>
                  </a:lnTo>
                  <a:lnTo>
                    <a:pt x="39" y="23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0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39" y="1622"/>
                  </a:lnTo>
                  <a:lnTo>
                    <a:pt x="116" y="1545"/>
                  </a:lnTo>
                  <a:lnTo>
                    <a:pt x="425" y="1391"/>
                  </a:lnTo>
                  <a:lnTo>
                    <a:pt x="657" y="1313"/>
                  </a:lnTo>
                  <a:lnTo>
                    <a:pt x="889" y="1236"/>
                  </a:lnTo>
                  <a:lnTo>
                    <a:pt x="1197" y="1198"/>
                  </a:lnTo>
                  <a:lnTo>
                    <a:pt x="1468" y="1159"/>
                  </a:lnTo>
                  <a:lnTo>
                    <a:pt x="1468" y="1159"/>
                  </a:lnTo>
                  <a:lnTo>
                    <a:pt x="1815" y="1198"/>
                  </a:lnTo>
                  <a:lnTo>
                    <a:pt x="2163" y="1275"/>
                  </a:lnTo>
                  <a:lnTo>
                    <a:pt x="2549" y="1468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700"/>
                  </a:lnTo>
                  <a:lnTo>
                    <a:pt x="2897" y="1661"/>
                  </a:lnTo>
                  <a:lnTo>
                    <a:pt x="2897" y="1661"/>
                  </a:lnTo>
                  <a:lnTo>
                    <a:pt x="3012" y="271"/>
                  </a:lnTo>
                  <a:lnTo>
                    <a:pt x="3012" y="271"/>
                  </a:lnTo>
                  <a:lnTo>
                    <a:pt x="2665" y="155"/>
                  </a:lnTo>
                  <a:lnTo>
                    <a:pt x="2279" y="78"/>
                  </a:lnTo>
                  <a:lnTo>
                    <a:pt x="1931" y="1"/>
                  </a:lnTo>
                  <a:lnTo>
                    <a:pt x="158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4605329" y="1972460"/>
              <a:ext cx="274962" cy="187913"/>
            </a:xfrm>
            <a:custGeom>
              <a:avLst/>
              <a:gdLst/>
              <a:ahLst/>
              <a:cxnLst/>
              <a:rect l="l" t="t" r="r" b="b"/>
              <a:pathLst>
                <a:path w="3901" h="2666" extrusionOk="0">
                  <a:moveTo>
                    <a:pt x="0" y="1"/>
                  </a:moveTo>
                  <a:lnTo>
                    <a:pt x="155" y="387"/>
                  </a:lnTo>
                  <a:lnTo>
                    <a:pt x="309" y="812"/>
                  </a:lnTo>
                  <a:lnTo>
                    <a:pt x="580" y="1275"/>
                  </a:lnTo>
                  <a:lnTo>
                    <a:pt x="927" y="1700"/>
                  </a:lnTo>
                  <a:lnTo>
                    <a:pt x="1120" y="1931"/>
                  </a:lnTo>
                  <a:lnTo>
                    <a:pt x="1313" y="2086"/>
                  </a:lnTo>
                  <a:lnTo>
                    <a:pt x="1583" y="2279"/>
                  </a:lnTo>
                  <a:lnTo>
                    <a:pt x="1854" y="2433"/>
                  </a:lnTo>
                  <a:lnTo>
                    <a:pt x="2124" y="2511"/>
                  </a:lnTo>
                  <a:lnTo>
                    <a:pt x="2433" y="2627"/>
                  </a:lnTo>
                  <a:lnTo>
                    <a:pt x="2781" y="2665"/>
                  </a:lnTo>
                  <a:lnTo>
                    <a:pt x="3167" y="2665"/>
                  </a:lnTo>
                  <a:lnTo>
                    <a:pt x="3321" y="2627"/>
                  </a:lnTo>
                  <a:lnTo>
                    <a:pt x="3437" y="2549"/>
                  </a:lnTo>
                  <a:lnTo>
                    <a:pt x="3553" y="2472"/>
                  </a:lnTo>
                  <a:lnTo>
                    <a:pt x="3669" y="2356"/>
                  </a:lnTo>
                  <a:lnTo>
                    <a:pt x="3746" y="2202"/>
                  </a:lnTo>
                  <a:lnTo>
                    <a:pt x="3785" y="2047"/>
                  </a:lnTo>
                  <a:lnTo>
                    <a:pt x="3862" y="1700"/>
                  </a:lnTo>
                  <a:lnTo>
                    <a:pt x="3900" y="1314"/>
                  </a:lnTo>
                  <a:lnTo>
                    <a:pt x="3862" y="889"/>
                  </a:lnTo>
                  <a:lnTo>
                    <a:pt x="3823" y="503"/>
                  </a:lnTo>
                  <a:lnTo>
                    <a:pt x="3746" y="117"/>
                  </a:lnTo>
                  <a:lnTo>
                    <a:pt x="2626" y="194"/>
                  </a:lnTo>
                  <a:lnTo>
                    <a:pt x="1661" y="19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4637963" y="1975208"/>
              <a:ext cx="217799" cy="149781"/>
            </a:xfrm>
            <a:custGeom>
              <a:avLst/>
              <a:gdLst/>
              <a:ahLst/>
              <a:cxnLst/>
              <a:rect l="l" t="t" r="r" b="b"/>
              <a:pathLst>
                <a:path w="3090" h="2125" extrusionOk="0">
                  <a:moveTo>
                    <a:pt x="1" y="0"/>
                  </a:moveTo>
                  <a:lnTo>
                    <a:pt x="155" y="309"/>
                  </a:lnTo>
                  <a:lnTo>
                    <a:pt x="310" y="657"/>
                  </a:lnTo>
                  <a:lnTo>
                    <a:pt x="541" y="1004"/>
                  </a:lnTo>
                  <a:lnTo>
                    <a:pt x="812" y="1313"/>
                  </a:lnTo>
                  <a:lnTo>
                    <a:pt x="1159" y="1622"/>
                  </a:lnTo>
                  <a:lnTo>
                    <a:pt x="1352" y="1777"/>
                  </a:lnTo>
                  <a:lnTo>
                    <a:pt x="1584" y="1892"/>
                  </a:lnTo>
                  <a:lnTo>
                    <a:pt x="1816" y="1970"/>
                  </a:lnTo>
                  <a:lnTo>
                    <a:pt x="2047" y="2047"/>
                  </a:lnTo>
                  <a:lnTo>
                    <a:pt x="2318" y="2086"/>
                  </a:lnTo>
                  <a:lnTo>
                    <a:pt x="2588" y="2124"/>
                  </a:lnTo>
                  <a:lnTo>
                    <a:pt x="2704" y="2086"/>
                  </a:lnTo>
                  <a:lnTo>
                    <a:pt x="2781" y="2047"/>
                  </a:lnTo>
                  <a:lnTo>
                    <a:pt x="2897" y="1970"/>
                  </a:lnTo>
                  <a:lnTo>
                    <a:pt x="2935" y="1892"/>
                  </a:lnTo>
                  <a:lnTo>
                    <a:pt x="3051" y="1622"/>
                  </a:lnTo>
                  <a:lnTo>
                    <a:pt x="3090" y="1352"/>
                  </a:lnTo>
                  <a:lnTo>
                    <a:pt x="3090" y="1004"/>
                  </a:lnTo>
                  <a:lnTo>
                    <a:pt x="3090" y="695"/>
                  </a:lnTo>
                  <a:lnTo>
                    <a:pt x="3013" y="78"/>
                  </a:lnTo>
                  <a:lnTo>
                    <a:pt x="2163" y="155"/>
                  </a:lnTo>
                  <a:lnTo>
                    <a:pt x="1198" y="1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4534562" y="1468917"/>
              <a:ext cx="206944" cy="190662"/>
            </a:xfrm>
            <a:custGeom>
              <a:avLst/>
              <a:gdLst/>
              <a:ahLst/>
              <a:cxnLst/>
              <a:rect l="l" t="t" r="r" b="b"/>
              <a:pathLst>
                <a:path w="2936" h="2705" extrusionOk="0">
                  <a:moveTo>
                    <a:pt x="695" y="1"/>
                  </a:moveTo>
                  <a:lnTo>
                    <a:pt x="541" y="78"/>
                  </a:lnTo>
                  <a:lnTo>
                    <a:pt x="386" y="155"/>
                  </a:lnTo>
                  <a:lnTo>
                    <a:pt x="232" y="271"/>
                  </a:lnTo>
                  <a:lnTo>
                    <a:pt x="155" y="387"/>
                  </a:lnTo>
                  <a:lnTo>
                    <a:pt x="39" y="542"/>
                  </a:lnTo>
                  <a:lnTo>
                    <a:pt x="0" y="696"/>
                  </a:lnTo>
                  <a:lnTo>
                    <a:pt x="0" y="889"/>
                  </a:lnTo>
                  <a:lnTo>
                    <a:pt x="0" y="1121"/>
                  </a:lnTo>
                  <a:lnTo>
                    <a:pt x="116" y="1352"/>
                  </a:lnTo>
                  <a:lnTo>
                    <a:pt x="39" y="1584"/>
                  </a:lnTo>
                  <a:lnTo>
                    <a:pt x="0" y="1777"/>
                  </a:lnTo>
                  <a:lnTo>
                    <a:pt x="0" y="1970"/>
                  </a:lnTo>
                  <a:lnTo>
                    <a:pt x="78" y="2163"/>
                  </a:lnTo>
                  <a:lnTo>
                    <a:pt x="155" y="2318"/>
                  </a:lnTo>
                  <a:lnTo>
                    <a:pt x="271" y="2434"/>
                  </a:lnTo>
                  <a:lnTo>
                    <a:pt x="386" y="2550"/>
                  </a:lnTo>
                  <a:lnTo>
                    <a:pt x="541" y="2627"/>
                  </a:lnTo>
                  <a:lnTo>
                    <a:pt x="734" y="2665"/>
                  </a:lnTo>
                  <a:lnTo>
                    <a:pt x="888" y="2704"/>
                  </a:lnTo>
                  <a:lnTo>
                    <a:pt x="1082" y="2704"/>
                  </a:lnTo>
                  <a:lnTo>
                    <a:pt x="1236" y="2627"/>
                  </a:lnTo>
                  <a:lnTo>
                    <a:pt x="1352" y="2588"/>
                  </a:lnTo>
                  <a:lnTo>
                    <a:pt x="1506" y="2472"/>
                  </a:lnTo>
                  <a:lnTo>
                    <a:pt x="1584" y="2356"/>
                  </a:lnTo>
                  <a:lnTo>
                    <a:pt x="1699" y="2241"/>
                  </a:lnTo>
                  <a:lnTo>
                    <a:pt x="1738" y="2086"/>
                  </a:lnTo>
                  <a:lnTo>
                    <a:pt x="1777" y="1932"/>
                  </a:lnTo>
                  <a:lnTo>
                    <a:pt x="2008" y="1970"/>
                  </a:lnTo>
                  <a:lnTo>
                    <a:pt x="2201" y="1970"/>
                  </a:lnTo>
                  <a:lnTo>
                    <a:pt x="2356" y="1893"/>
                  </a:lnTo>
                  <a:lnTo>
                    <a:pt x="2510" y="1816"/>
                  </a:lnTo>
                  <a:lnTo>
                    <a:pt x="2665" y="1700"/>
                  </a:lnTo>
                  <a:lnTo>
                    <a:pt x="2781" y="1584"/>
                  </a:lnTo>
                  <a:lnTo>
                    <a:pt x="2858" y="1430"/>
                  </a:lnTo>
                  <a:lnTo>
                    <a:pt x="2896" y="1237"/>
                  </a:lnTo>
                  <a:lnTo>
                    <a:pt x="2935" y="1082"/>
                  </a:lnTo>
                  <a:lnTo>
                    <a:pt x="2896" y="889"/>
                  </a:lnTo>
                  <a:lnTo>
                    <a:pt x="2858" y="735"/>
                  </a:lnTo>
                  <a:lnTo>
                    <a:pt x="2781" y="580"/>
                  </a:lnTo>
                  <a:lnTo>
                    <a:pt x="2665" y="426"/>
                  </a:lnTo>
                  <a:lnTo>
                    <a:pt x="2510" y="310"/>
                  </a:lnTo>
                  <a:lnTo>
                    <a:pt x="2356" y="233"/>
                  </a:lnTo>
                  <a:lnTo>
                    <a:pt x="2201" y="194"/>
                  </a:lnTo>
                  <a:lnTo>
                    <a:pt x="2008" y="155"/>
                  </a:lnTo>
                  <a:lnTo>
                    <a:pt x="1777" y="194"/>
                  </a:lnTo>
                  <a:lnTo>
                    <a:pt x="1545" y="271"/>
                  </a:lnTo>
                  <a:lnTo>
                    <a:pt x="1429" y="155"/>
                  </a:lnTo>
                  <a:lnTo>
                    <a:pt x="1275" y="78"/>
                  </a:lnTo>
                  <a:lnTo>
                    <a:pt x="10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4597152" y="1528829"/>
              <a:ext cx="100794" cy="98045"/>
            </a:xfrm>
            <a:custGeom>
              <a:avLst/>
              <a:gdLst/>
              <a:ahLst/>
              <a:cxnLst/>
              <a:rect l="l" t="t" r="r" b="b"/>
              <a:pathLst>
                <a:path w="1430" h="1391" extrusionOk="0">
                  <a:moveTo>
                    <a:pt x="580" y="0"/>
                  </a:moveTo>
                  <a:lnTo>
                    <a:pt x="425" y="39"/>
                  </a:lnTo>
                  <a:lnTo>
                    <a:pt x="309" y="116"/>
                  </a:lnTo>
                  <a:lnTo>
                    <a:pt x="232" y="194"/>
                  </a:lnTo>
                  <a:lnTo>
                    <a:pt x="155" y="309"/>
                  </a:lnTo>
                  <a:lnTo>
                    <a:pt x="78" y="425"/>
                  </a:lnTo>
                  <a:lnTo>
                    <a:pt x="39" y="541"/>
                  </a:lnTo>
                  <a:lnTo>
                    <a:pt x="0" y="696"/>
                  </a:lnTo>
                  <a:lnTo>
                    <a:pt x="39" y="850"/>
                  </a:lnTo>
                  <a:lnTo>
                    <a:pt x="78" y="966"/>
                  </a:lnTo>
                  <a:lnTo>
                    <a:pt x="155" y="1082"/>
                  </a:lnTo>
                  <a:lnTo>
                    <a:pt x="232" y="1198"/>
                  </a:lnTo>
                  <a:lnTo>
                    <a:pt x="309" y="1275"/>
                  </a:lnTo>
                  <a:lnTo>
                    <a:pt x="425" y="1352"/>
                  </a:lnTo>
                  <a:lnTo>
                    <a:pt x="580" y="1391"/>
                  </a:lnTo>
                  <a:lnTo>
                    <a:pt x="850" y="1391"/>
                  </a:lnTo>
                  <a:lnTo>
                    <a:pt x="1004" y="1352"/>
                  </a:lnTo>
                  <a:lnTo>
                    <a:pt x="1120" y="1275"/>
                  </a:lnTo>
                  <a:lnTo>
                    <a:pt x="1197" y="1198"/>
                  </a:lnTo>
                  <a:lnTo>
                    <a:pt x="1275" y="1082"/>
                  </a:lnTo>
                  <a:lnTo>
                    <a:pt x="1352" y="966"/>
                  </a:lnTo>
                  <a:lnTo>
                    <a:pt x="1391" y="850"/>
                  </a:lnTo>
                  <a:lnTo>
                    <a:pt x="1429" y="696"/>
                  </a:lnTo>
                  <a:lnTo>
                    <a:pt x="1391" y="541"/>
                  </a:lnTo>
                  <a:lnTo>
                    <a:pt x="1352" y="425"/>
                  </a:lnTo>
                  <a:lnTo>
                    <a:pt x="1275" y="309"/>
                  </a:lnTo>
                  <a:lnTo>
                    <a:pt x="1197" y="194"/>
                  </a:lnTo>
                  <a:lnTo>
                    <a:pt x="1120" y="116"/>
                  </a:lnTo>
                  <a:lnTo>
                    <a:pt x="1004" y="39"/>
                  </a:lnTo>
                  <a:lnTo>
                    <a:pt x="85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4597152" y="1528829"/>
              <a:ext cx="100794" cy="98045"/>
            </a:xfrm>
            <a:custGeom>
              <a:avLst/>
              <a:gdLst/>
              <a:ahLst/>
              <a:cxnLst/>
              <a:rect l="l" t="t" r="r" b="b"/>
              <a:pathLst>
                <a:path w="1430" h="1391" fill="none" extrusionOk="0">
                  <a:moveTo>
                    <a:pt x="1429" y="696"/>
                  </a:moveTo>
                  <a:lnTo>
                    <a:pt x="1429" y="696"/>
                  </a:lnTo>
                  <a:lnTo>
                    <a:pt x="1391" y="850"/>
                  </a:lnTo>
                  <a:lnTo>
                    <a:pt x="1352" y="966"/>
                  </a:lnTo>
                  <a:lnTo>
                    <a:pt x="1275" y="1082"/>
                  </a:lnTo>
                  <a:lnTo>
                    <a:pt x="1197" y="1198"/>
                  </a:lnTo>
                  <a:lnTo>
                    <a:pt x="1120" y="1275"/>
                  </a:lnTo>
                  <a:lnTo>
                    <a:pt x="1004" y="1352"/>
                  </a:lnTo>
                  <a:lnTo>
                    <a:pt x="850" y="1391"/>
                  </a:lnTo>
                  <a:lnTo>
                    <a:pt x="696" y="1391"/>
                  </a:lnTo>
                  <a:lnTo>
                    <a:pt x="696" y="1391"/>
                  </a:lnTo>
                  <a:lnTo>
                    <a:pt x="580" y="1391"/>
                  </a:lnTo>
                  <a:lnTo>
                    <a:pt x="425" y="1352"/>
                  </a:lnTo>
                  <a:lnTo>
                    <a:pt x="309" y="1275"/>
                  </a:lnTo>
                  <a:lnTo>
                    <a:pt x="232" y="1198"/>
                  </a:lnTo>
                  <a:lnTo>
                    <a:pt x="155" y="1082"/>
                  </a:lnTo>
                  <a:lnTo>
                    <a:pt x="78" y="966"/>
                  </a:lnTo>
                  <a:lnTo>
                    <a:pt x="39" y="850"/>
                  </a:lnTo>
                  <a:lnTo>
                    <a:pt x="0" y="696"/>
                  </a:lnTo>
                  <a:lnTo>
                    <a:pt x="0" y="696"/>
                  </a:lnTo>
                  <a:lnTo>
                    <a:pt x="39" y="541"/>
                  </a:lnTo>
                  <a:lnTo>
                    <a:pt x="78" y="425"/>
                  </a:lnTo>
                  <a:lnTo>
                    <a:pt x="155" y="309"/>
                  </a:lnTo>
                  <a:lnTo>
                    <a:pt x="232" y="194"/>
                  </a:lnTo>
                  <a:lnTo>
                    <a:pt x="309" y="116"/>
                  </a:lnTo>
                  <a:lnTo>
                    <a:pt x="425" y="39"/>
                  </a:lnTo>
                  <a:lnTo>
                    <a:pt x="580" y="0"/>
                  </a:lnTo>
                  <a:lnTo>
                    <a:pt x="696" y="0"/>
                  </a:lnTo>
                  <a:lnTo>
                    <a:pt x="696" y="0"/>
                  </a:lnTo>
                  <a:lnTo>
                    <a:pt x="850" y="0"/>
                  </a:lnTo>
                  <a:lnTo>
                    <a:pt x="1004" y="39"/>
                  </a:lnTo>
                  <a:lnTo>
                    <a:pt x="1120" y="116"/>
                  </a:lnTo>
                  <a:lnTo>
                    <a:pt x="1197" y="194"/>
                  </a:lnTo>
                  <a:lnTo>
                    <a:pt x="1275" y="309"/>
                  </a:lnTo>
                  <a:lnTo>
                    <a:pt x="1352" y="425"/>
                  </a:lnTo>
                  <a:lnTo>
                    <a:pt x="1391" y="541"/>
                  </a:lnTo>
                  <a:lnTo>
                    <a:pt x="1429" y="69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4602580" y="1520653"/>
              <a:ext cx="332125" cy="345729"/>
            </a:xfrm>
            <a:custGeom>
              <a:avLst/>
              <a:gdLst/>
              <a:ahLst/>
              <a:cxnLst/>
              <a:rect l="l" t="t" r="r" b="b"/>
              <a:pathLst>
                <a:path w="4712" h="4905" extrusionOk="0">
                  <a:moveTo>
                    <a:pt x="2240" y="1"/>
                  </a:moveTo>
                  <a:lnTo>
                    <a:pt x="1970" y="39"/>
                  </a:lnTo>
                  <a:lnTo>
                    <a:pt x="1429" y="194"/>
                  </a:lnTo>
                  <a:lnTo>
                    <a:pt x="1198" y="271"/>
                  </a:lnTo>
                  <a:lnTo>
                    <a:pt x="966" y="387"/>
                  </a:lnTo>
                  <a:lnTo>
                    <a:pt x="734" y="541"/>
                  </a:lnTo>
                  <a:lnTo>
                    <a:pt x="580" y="657"/>
                  </a:lnTo>
                  <a:lnTo>
                    <a:pt x="425" y="812"/>
                  </a:lnTo>
                  <a:lnTo>
                    <a:pt x="310" y="1005"/>
                  </a:lnTo>
                  <a:lnTo>
                    <a:pt x="194" y="1198"/>
                  </a:lnTo>
                  <a:lnTo>
                    <a:pt x="117" y="1429"/>
                  </a:lnTo>
                  <a:lnTo>
                    <a:pt x="39" y="1661"/>
                  </a:lnTo>
                  <a:lnTo>
                    <a:pt x="1" y="1931"/>
                  </a:lnTo>
                  <a:lnTo>
                    <a:pt x="1" y="2202"/>
                  </a:lnTo>
                  <a:lnTo>
                    <a:pt x="39" y="2472"/>
                  </a:lnTo>
                  <a:lnTo>
                    <a:pt x="78" y="2781"/>
                  </a:lnTo>
                  <a:lnTo>
                    <a:pt x="155" y="3051"/>
                  </a:lnTo>
                  <a:lnTo>
                    <a:pt x="271" y="3360"/>
                  </a:lnTo>
                  <a:lnTo>
                    <a:pt x="425" y="3669"/>
                  </a:lnTo>
                  <a:lnTo>
                    <a:pt x="619" y="3978"/>
                  </a:lnTo>
                  <a:lnTo>
                    <a:pt x="889" y="4287"/>
                  </a:lnTo>
                  <a:lnTo>
                    <a:pt x="1159" y="4596"/>
                  </a:lnTo>
                  <a:lnTo>
                    <a:pt x="1468" y="4905"/>
                  </a:lnTo>
                  <a:lnTo>
                    <a:pt x="1777" y="2820"/>
                  </a:lnTo>
                  <a:lnTo>
                    <a:pt x="4326" y="2395"/>
                  </a:lnTo>
                  <a:lnTo>
                    <a:pt x="4441" y="2240"/>
                  </a:lnTo>
                  <a:lnTo>
                    <a:pt x="4519" y="2047"/>
                  </a:lnTo>
                  <a:lnTo>
                    <a:pt x="4634" y="1854"/>
                  </a:lnTo>
                  <a:lnTo>
                    <a:pt x="4673" y="1622"/>
                  </a:lnTo>
                  <a:lnTo>
                    <a:pt x="4712" y="1391"/>
                  </a:lnTo>
                  <a:lnTo>
                    <a:pt x="4673" y="1275"/>
                  </a:lnTo>
                  <a:lnTo>
                    <a:pt x="4634" y="1198"/>
                  </a:lnTo>
                  <a:lnTo>
                    <a:pt x="4557" y="1082"/>
                  </a:lnTo>
                  <a:lnTo>
                    <a:pt x="4480" y="1005"/>
                  </a:lnTo>
                  <a:lnTo>
                    <a:pt x="4287" y="734"/>
                  </a:lnTo>
                  <a:lnTo>
                    <a:pt x="4094" y="541"/>
                  </a:lnTo>
                  <a:lnTo>
                    <a:pt x="3901" y="348"/>
                  </a:lnTo>
                  <a:lnTo>
                    <a:pt x="3630" y="232"/>
                  </a:lnTo>
                  <a:lnTo>
                    <a:pt x="3399" y="116"/>
                  </a:lnTo>
                  <a:lnTo>
                    <a:pt x="3128" y="39"/>
                  </a:lnTo>
                  <a:lnTo>
                    <a:pt x="28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4602580" y="1520653"/>
              <a:ext cx="332125" cy="345729"/>
            </a:xfrm>
            <a:custGeom>
              <a:avLst/>
              <a:gdLst/>
              <a:ahLst/>
              <a:cxnLst/>
              <a:rect l="l" t="t" r="r" b="b"/>
              <a:pathLst>
                <a:path w="4712" h="4905" fill="none" extrusionOk="0">
                  <a:moveTo>
                    <a:pt x="4326" y="2395"/>
                  </a:moveTo>
                  <a:lnTo>
                    <a:pt x="4326" y="2395"/>
                  </a:lnTo>
                  <a:lnTo>
                    <a:pt x="4441" y="2240"/>
                  </a:lnTo>
                  <a:lnTo>
                    <a:pt x="4519" y="2047"/>
                  </a:lnTo>
                  <a:lnTo>
                    <a:pt x="4634" y="1854"/>
                  </a:lnTo>
                  <a:lnTo>
                    <a:pt x="4673" y="1622"/>
                  </a:lnTo>
                  <a:lnTo>
                    <a:pt x="4712" y="1391"/>
                  </a:lnTo>
                  <a:lnTo>
                    <a:pt x="4673" y="1275"/>
                  </a:lnTo>
                  <a:lnTo>
                    <a:pt x="4634" y="1198"/>
                  </a:lnTo>
                  <a:lnTo>
                    <a:pt x="4557" y="1082"/>
                  </a:lnTo>
                  <a:lnTo>
                    <a:pt x="4480" y="1005"/>
                  </a:lnTo>
                  <a:lnTo>
                    <a:pt x="4480" y="1005"/>
                  </a:lnTo>
                  <a:lnTo>
                    <a:pt x="4287" y="734"/>
                  </a:lnTo>
                  <a:lnTo>
                    <a:pt x="4094" y="541"/>
                  </a:lnTo>
                  <a:lnTo>
                    <a:pt x="3901" y="348"/>
                  </a:lnTo>
                  <a:lnTo>
                    <a:pt x="3630" y="232"/>
                  </a:lnTo>
                  <a:lnTo>
                    <a:pt x="3399" y="116"/>
                  </a:lnTo>
                  <a:lnTo>
                    <a:pt x="3128" y="39"/>
                  </a:lnTo>
                  <a:lnTo>
                    <a:pt x="2820" y="1"/>
                  </a:lnTo>
                  <a:lnTo>
                    <a:pt x="2549" y="1"/>
                  </a:lnTo>
                  <a:lnTo>
                    <a:pt x="2240" y="1"/>
                  </a:lnTo>
                  <a:lnTo>
                    <a:pt x="1970" y="39"/>
                  </a:lnTo>
                  <a:lnTo>
                    <a:pt x="1429" y="194"/>
                  </a:lnTo>
                  <a:lnTo>
                    <a:pt x="1198" y="271"/>
                  </a:lnTo>
                  <a:lnTo>
                    <a:pt x="966" y="387"/>
                  </a:lnTo>
                  <a:lnTo>
                    <a:pt x="734" y="541"/>
                  </a:lnTo>
                  <a:lnTo>
                    <a:pt x="580" y="657"/>
                  </a:lnTo>
                  <a:lnTo>
                    <a:pt x="580" y="657"/>
                  </a:lnTo>
                  <a:lnTo>
                    <a:pt x="425" y="812"/>
                  </a:lnTo>
                  <a:lnTo>
                    <a:pt x="310" y="1005"/>
                  </a:lnTo>
                  <a:lnTo>
                    <a:pt x="194" y="1198"/>
                  </a:lnTo>
                  <a:lnTo>
                    <a:pt x="117" y="1429"/>
                  </a:lnTo>
                  <a:lnTo>
                    <a:pt x="39" y="1661"/>
                  </a:lnTo>
                  <a:lnTo>
                    <a:pt x="1" y="1931"/>
                  </a:lnTo>
                  <a:lnTo>
                    <a:pt x="1" y="2202"/>
                  </a:lnTo>
                  <a:lnTo>
                    <a:pt x="39" y="2472"/>
                  </a:lnTo>
                  <a:lnTo>
                    <a:pt x="78" y="2781"/>
                  </a:lnTo>
                  <a:lnTo>
                    <a:pt x="155" y="3051"/>
                  </a:lnTo>
                  <a:lnTo>
                    <a:pt x="271" y="3360"/>
                  </a:lnTo>
                  <a:lnTo>
                    <a:pt x="425" y="3669"/>
                  </a:lnTo>
                  <a:lnTo>
                    <a:pt x="619" y="3978"/>
                  </a:lnTo>
                  <a:lnTo>
                    <a:pt x="889" y="4287"/>
                  </a:lnTo>
                  <a:lnTo>
                    <a:pt x="1159" y="4596"/>
                  </a:lnTo>
                  <a:lnTo>
                    <a:pt x="1468" y="4905"/>
                  </a:lnTo>
                  <a:lnTo>
                    <a:pt x="1468" y="4905"/>
                  </a:lnTo>
                  <a:lnTo>
                    <a:pt x="1777" y="2820"/>
                  </a:lnTo>
                  <a:lnTo>
                    <a:pt x="4326" y="239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4689699" y="1790116"/>
              <a:ext cx="128001" cy="228724"/>
            </a:xfrm>
            <a:custGeom>
              <a:avLst/>
              <a:gdLst/>
              <a:ahLst/>
              <a:cxnLst/>
              <a:rect l="l" t="t" r="r" b="b"/>
              <a:pathLst>
                <a:path w="1816" h="3245" extrusionOk="0">
                  <a:moveTo>
                    <a:pt x="232" y="1"/>
                  </a:moveTo>
                  <a:lnTo>
                    <a:pt x="116" y="1854"/>
                  </a:lnTo>
                  <a:lnTo>
                    <a:pt x="0" y="2974"/>
                  </a:lnTo>
                  <a:lnTo>
                    <a:pt x="193" y="3051"/>
                  </a:lnTo>
                  <a:lnTo>
                    <a:pt x="386" y="3128"/>
                  </a:lnTo>
                  <a:lnTo>
                    <a:pt x="618" y="3206"/>
                  </a:lnTo>
                  <a:lnTo>
                    <a:pt x="888" y="3244"/>
                  </a:lnTo>
                  <a:lnTo>
                    <a:pt x="1197" y="3244"/>
                  </a:lnTo>
                  <a:lnTo>
                    <a:pt x="1506" y="3206"/>
                  </a:lnTo>
                  <a:lnTo>
                    <a:pt x="1815" y="3051"/>
                  </a:lnTo>
                  <a:lnTo>
                    <a:pt x="1661" y="2472"/>
                  </a:lnTo>
                  <a:lnTo>
                    <a:pt x="1584" y="1931"/>
                  </a:lnTo>
                  <a:lnTo>
                    <a:pt x="1584" y="1352"/>
                  </a:lnTo>
                  <a:lnTo>
                    <a:pt x="1275" y="1043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4727761" y="1855455"/>
              <a:ext cx="76335" cy="92617"/>
            </a:xfrm>
            <a:custGeom>
              <a:avLst/>
              <a:gdLst/>
              <a:ahLst/>
              <a:cxnLst/>
              <a:rect l="l" t="t" r="r" b="b"/>
              <a:pathLst>
                <a:path w="1083" h="1314" extrusionOk="0">
                  <a:moveTo>
                    <a:pt x="1" y="0"/>
                  </a:moveTo>
                  <a:lnTo>
                    <a:pt x="78" y="155"/>
                  </a:lnTo>
                  <a:lnTo>
                    <a:pt x="271" y="502"/>
                  </a:lnTo>
                  <a:lnTo>
                    <a:pt x="464" y="695"/>
                  </a:lnTo>
                  <a:lnTo>
                    <a:pt x="619" y="927"/>
                  </a:lnTo>
                  <a:lnTo>
                    <a:pt x="850" y="1120"/>
                  </a:lnTo>
                  <a:lnTo>
                    <a:pt x="1082" y="1313"/>
                  </a:lnTo>
                  <a:lnTo>
                    <a:pt x="1044" y="695"/>
                  </a:lnTo>
                  <a:lnTo>
                    <a:pt x="1044" y="425"/>
                  </a:lnTo>
                  <a:lnTo>
                    <a:pt x="889" y="3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4700553" y="1629551"/>
              <a:ext cx="206944" cy="285817"/>
            </a:xfrm>
            <a:custGeom>
              <a:avLst/>
              <a:gdLst/>
              <a:ahLst/>
              <a:cxnLst/>
              <a:rect l="l" t="t" r="r" b="b"/>
              <a:pathLst>
                <a:path w="2936" h="4055" extrusionOk="0">
                  <a:moveTo>
                    <a:pt x="2897" y="0"/>
                  </a:moveTo>
                  <a:lnTo>
                    <a:pt x="2588" y="155"/>
                  </a:lnTo>
                  <a:lnTo>
                    <a:pt x="1816" y="502"/>
                  </a:lnTo>
                  <a:lnTo>
                    <a:pt x="1352" y="657"/>
                  </a:lnTo>
                  <a:lnTo>
                    <a:pt x="889" y="811"/>
                  </a:lnTo>
                  <a:lnTo>
                    <a:pt x="464" y="927"/>
                  </a:lnTo>
                  <a:lnTo>
                    <a:pt x="78" y="1004"/>
                  </a:lnTo>
                  <a:lnTo>
                    <a:pt x="1" y="1545"/>
                  </a:lnTo>
                  <a:lnTo>
                    <a:pt x="1" y="2047"/>
                  </a:lnTo>
                  <a:lnTo>
                    <a:pt x="78" y="2472"/>
                  </a:lnTo>
                  <a:lnTo>
                    <a:pt x="194" y="2858"/>
                  </a:lnTo>
                  <a:lnTo>
                    <a:pt x="348" y="3167"/>
                  </a:lnTo>
                  <a:lnTo>
                    <a:pt x="541" y="3398"/>
                  </a:lnTo>
                  <a:lnTo>
                    <a:pt x="734" y="3591"/>
                  </a:lnTo>
                  <a:lnTo>
                    <a:pt x="966" y="3746"/>
                  </a:lnTo>
                  <a:lnTo>
                    <a:pt x="1391" y="3939"/>
                  </a:lnTo>
                  <a:lnTo>
                    <a:pt x="1738" y="4055"/>
                  </a:lnTo>
                  <a:lnTo>
                    <a:pt x="2009" y="4055"/>
                  </a:lnTo>
                  <a:lnTo>
                    <a:pt x="2163" y="4016"/>
                  </a:lnTo>
                  <a:lnTo>
                    <a:pt x="2240" y="3939"/>
                  </a:lnTo>
                  <a:lnTo>
                    <a:pt x="2434" y="3746"/>
                  </a:lnTo>
                  <a:lnTo>
                    <a:pt x="2588" y="3476"/>
                  </a:lnTo>
                  <a:lnTo>
                    <a:pt x="2704" y="3128"/>
                  </a:lnTo>
                  <a:lnTo>
                    <a:pt x="2781" y="2703"/>
                  </a:lnTo>
                  <a:lnTo>
                    <a:pt x="2858" y="2240"/>
                  </a:lnTo>
                  <a:lnTo>
                    <a:pt x="2897" y="1777"/>
                  </a:lnTo>
                  <a:lnTo>
                    <a:pt x="2936" y="888"/>
                  </a:lnTo>
                  <a:lnTo>
                    <a:pt x="2936" y="271"/>
                  </a:lnTo>
                  <a:lnTo>
                    <a:pt x="2897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4700553" y="1629551"/>
              <a:ext cx="206944" cy="285817"/>
            </a:xfrm>
            <a:custGeom>
              <a:avLst/>
              <a:gdLst/>
              <a:ahLst/>
              <a:cxnLst/>
              <a:rect l="l" t="t" r="r" b="b"/>
              <a:pathLst>
                <a:path w="2936" h="4055" fill="none" extrusionOk="0">
                  <a:moveTo>
                    <a:pt x="2897" y="0"/>
                  </a:moveTo>
                  <a:lnTo>
                    <a:pt x="2897" y="0"/>
                  </a:lnTo>
                  <a:lnTo>
                    <a:pt x="2936" y="271"/>
                  </a:lnTo>
                  <a:lnTo>
                    <a:pt x="2936" y="888"/>
                  </a:lnTo>
                  <a:lnTo>
                    <a:pt x="2897" y="1777"/>
                  </a:lnTo>
                  <a:lnTo>
                    <a:pt x="2858" y="2240"/>
                  </a:lnTo>
                  <a:lnTo>
                    <a:pt x="2781" y="2703"/>
                  </a:lnTo>
                  <a:lnTo>
                    <a:pt x="2781" y="2703"/>
                  </a:lnTo>
                  <a:lnTo>
                    <a:pt x="2704" y="3128"/>
                  </a:lnTo>
                  <a:lnTo>
                    <a:pt x="2588" y="3476"/>
                  </a:lnTo>
                  <a:lnTo>
                    <a:pt x="2434" y="3746"/>
                  </a:lnTo>
                  <a:lnTo>
                    <a:pt x="2240" y="3939"/>
                  </a:lnTo>
                  <a:lnTo>
                    <a:pt x="2163" y="4016"/>
                  </a:lnTo>
                  <a:lnTo>
                    <a:pt x="2009" y="4055"/>
                  </a:lnTo>
                  <a:lnTo>
                    <a:pt x="1893" y="4055"/>
                  </a:lnTo>
                  <a:lnTo>
                    <a:pt x="1738" y="4055"/>
                  </a:lnTo>
                  <a:lnTo>
                    <a:pt x="1391" y="3939"/>
                  </a:lnTo>
                  <a:lnTo>
                    <a:pt x="966" y="3746"/>
                  </a:lnTo>
                  <a:lnTo>
                    <a:pt x="966" y="3746"/>
                  </a:lnTo>
                  <a:lnTo>
                    <a:pt x="734" y="3591"/>
                  </a:lnTo>
                  <a:lnTo>
                    <a:pt x="541" y="3398"/>
                  </a:lnTo>
                  <a:lnTo>
                    <a:pt x="348" y="3167"/>
                  </a:lnTo>
                  <a:lnTo>
                    <a:pt x="194" y="2858"/>
                  </a:lnTo>
                  <a:lnTo>
                    <a:pt x="78" y="2472"/>
                  </a:lnTo>
                  <a:lnTo>
                    <a:pt x="1" y="2047"/>
                  </a:lnTo>
                  <a:lnTo>
                    <a:pt x="1" y="1545"/>
                  </a:lnTo>
                  <a:lnTo>
                    <a:pt x="78" y="1004"/>
                  </a:lnTo>
                  <a:lnTo>
                    <a:pt x="78" y="1004"/>
                  </a:lnTo>
                  <a:lnTo>
                    <a:pt x="464" y="927"/>
                  </a:lnTo>
                  <a:lnTo>
                    <a:pt x="889" y="811"/>
                  </a:lnTo>
                  <a:lnTo>
                    <a:pt x="1352" y="657"/>
                  </a:lnTo>
                  <a:lnTo>
                    <a:pt x="1816" y="502"/>
                  </a:lnTo>
                  <a:lnTo>
                    <a:pt x="2588" y="155"/>
                  </a:lnTo>
                  <a:lnTo>
                    <a:pt x="289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4858439" y="1784688"/>
              <a:ext cx="27278" cy="57234"/>
            </a:xfrm>
            <a:custGeom>
              <a:avLst/>
              <a:gdLst/>
              <a:ahLst/>
              <a:cxnLst/>
              <a:rect l="l" t="t" r="r" b="b"/>
              <a:pathLst>
                <a:path w="387" h="812" extrusionOk="0">
                  <a:moveTo>
                    <a:pt x="309" y="0"/>
                  </a:moveTo>
                  <a:lnTo>
                    <a:pt x="271" y="348"/>
                  </a:lnTo>
                  <a:lnTo>
                    <a:pt x="232" y="618"/>
                  </a:lnTo>
                  <a:lnTo>
                    <a:pt x="232" y="695"/>
                  </a:lnTo>
                  <a:lnTo>
                    <a:pt x="232" y="734"/>
                  </a:lnTo>
                  <a:lnTo>
                    <a:pt x="194" y="695"/>
                  </a:lnTo>
                  <a:lnTo>
                    <a:pt x="116" y="618"/>
                  </a:lnTo>
                  <a:lnTo>
                    <a:pt x="78" y="580"/>
                  </a:lnTo>
                  <a:lnTo>
                    <a:pt x="0" y="618"/>
                  </a:lnTo>
                  <a:lnTo>
                    <a:pt x="78" y="734"/>
                  </a:lnTo>
                  <a:lnTo>
                    <a:pt x="155" y="773"/>
                  </a:lnTo>
                  <a:lnTo>
                    <a:pt x="232" y="811"/>
                  </a:lnTo>
                  <a:lnTo>
                    <a:pt x="271" y="811"/>
                  </a:lnTo>
                  <a:lnTo>
                    <a:pt x="309" y="773"/>
                  </a:lnTo>
                  <a:lnTo>
                    <a:pt x="309" y="695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4825805" y="1836354"/>
              <a:ext cx="40881" cy="21850"/>
            </a:xfrm>
            <a:custGeom>
              <a:avLst/>
              <a:gdLst/>
              <a:ahLst/>
              <a:cxnLst/>
              <a:rect l="l" t="t" r="r" b="b"/>
              <a:pathLst>
                <a:path w="580" h="310" extrusionOk="0">
                  <a:moveTo>
                    <a:pt x="77" y="1"/>
                  </a:moveTo>
                  <a:lnTo>
                    <a:pt x="0" y="78"/>
                  </a:lnTo>
                  <a:lnTo>
                    <a:pt x="348" y="233"/>
                  </a:lnTo>
                  <a:lnTo>
                    <a:pt x="541" y="310"/>
                  </a:lnTo>
                  <a:lnTo>
                    <a:pt x="579" y="233"/>
                  </a:lnTo>
                  <a:lnTo>
                    <a:pt x="502" y="194"/>
                  </a:lnTo>
                  <a:lnTo>
                    <a:pt x="309" y="117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4637963" y="1716600"/>
              <a:ext cx="76265" cy="81763"/>
            </a:xfrm>
            <a:custGeom>
              <a:avLst/>
              <a:gdLst/>
              <a:ahLst/>
              <a:cxnLst/>
              <a:rect l="l" t="t" r="r" b="b"/>
              <a:pathLst>
                <a:path w="1082" h="1160" extrusionOk="0">
                  <a:moveTo>
                    <a:pt x="348" y="1"/>
                  </a:moveTo>
                  <a:lnTo>
                    <a:pt x="232" y="40"/>
                  </a:lnTo>
                  <a:lnTo>
                    <a:pt x="155" y="117"/>
                  </a:lnTo>
                  <a:lnTo>
                    <a:pt x="78" y="194"/>
                  </a:lnTo>
                  <a:lnTo>
                    <a:pt x="1" y="387"/>
                  </a:lnTo>
                  <a:lnTo>
                    <a:pt x="1" y="619"/>
                  </a:lnTo>
                  <a:lnTo>
                    <a:pt x="117" y="850"/>
                  </a:lnTo>
                  <a:lnTo>
                    <a:pt x="271" y="1044"/>
                  </a:lnTo>
                  <a:lnTo>
                    <a:pt x="464" y="1121"/>
                  </a:lnTo>
                  <a:lnTo>
                    <a:pt x="657" y="1159"/>
                  </a:lnTo>
                  <a:lnTo>
                    <a:pt x="773" y="1159"/>
                  </a:lnTo>
                  <a:lnTo>
                    <a:pt x="850" y="1121"/>
                  </a:lnTo>
                  <a:lnTo>
                    <a:pt x="927" y="1044"/>
                  </a:lnTo>
                  <a:lnTo>
                    <a:pt x="1005" y="966"/>
                  </a:lnTo>
                  <a:lnTo>
                    <a:pt x="1082" y="773"/>
                  </a:lnTo>
                  <a:lnTo>
                    <a:pt x="1082" y="542"/>
                  </a:lnTo>
                  <a:lnTo>
                    <a:pt x="1005" y="310"/>
                  </a:lnTo>
                  <a:lnTo>
                    <a:pt x="850" y="117"/>
                  </a:lnTo>
                  <a:lnTo>
                    <a:pt x="657" y="1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637963" y="1735701"/>
              <a:ext cx="68159" cy="62661"/>
            </a:xfrm>
            <a:custGeom>
              <a:avLst/>
              <a:gdLst/>
              <a:ahLst/>
              <a:cxnLst/>
              <a:rect l="l" t="t" r="r" b="b"/>
              <a:pathLst>
                <a:path w="967" h="889" extrusionOk="0">
                  <a:moveTo>
                    <a:pt x="310" y="0"/>
                  </a:moveTo>
                  <a:lnTo>
                    <a:pt x="194" y="39"/>
                  </a:lnTo>
                  <a:lnTo>
                    <a:pt x="117" y="77"/>
                  </a:lnTo>
                  <a:lnTo>
                    <a:pt x="1" y="155"/>
                  </a:lnTo>
                  <a:lnTo>
                    <a:pt x="1" y="348"/>
                  </a:lnTo>
                  <a:lnTo>
                    <a:pt x="117" y="579"/>
                  </a:lnTo>
                  <a:lnTo>
                    <a:pt x="271" y="773"/>
                  </a:lnTo>
                  <a:lnTo>
                    <a:pt x="464" y="850"/>
                  </a:lnTo>
                  <a:lnTo>
                    <a:pt x="657" y="888"/>
                  </a:lnTo>
                  <a:lnTo>
                    <a:pt x="773" y="888"/>
                  </a:lnTo>
                  <a:lnTo>
                    <a:pt x="850" y="850"/>
                  </a:lnTo>
                  <a:lnTo>
                    <a:pt x="966" y="773"/>
                  </a:lnTo>
                  <a:lnTo>
                    <a:pt x="927" y="541"/>
                  </a:lnTo>
                  <a:lnTo>
                    <a:pt x="850" y="348"/>
                  </a:lnTo>
                  <a:lnTo>
                    <a:pt x="696" y="155"/>
                  </a:lnTo>
                  <a:lnTo>
                    <a:pt x="503" y="39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4774069" y="1697569"/>
              <a:ext cx="89868" cy="21850"/>
            </a:xfrm>
            <a:custGeom>
              <a:avLst/>
              <a:gdLst/>
              <a:ahLst/>
              <a:cxnLst/>
              <a:rect l="l" t="t" r="r" b="b"/>
              <a:pathLst>
                <a:path w="1275" h="310" extrusionOk="0">
                  <a:moveTo>
                    <a:pt x="695" y="1"/>
                  </a:moveTo>
                  <a:lnTo>
                    <a:pt x="387" y="78"/>
                  </a:lnTo>
                  <a:lnTo>
                    <a:pt x="116" y="194"/>
                  </a:lnTo>
                  <a:lnTo>
                    <a:pt x="0" y="310"/>
                  </a:lnTo>
                  <a:lnTo>
                    <a:pt x="0" y="310"/>
                  </a:lnTo>
                  <a:lnTo>
                    <a:pt x="193" y="232"/>
                  </a:lnTo>
                  <a:lnTo>
                    <a:pt x="425" y="194"/>
                  </a:lnTo>
                  <a:lnTo>
                    <a:pt x="811" y="194"/>
                  </a:lnTo>
                  <a:lnTo>
                    <a:pt x="1120" y="232"/>
                  </a:lnTo>
                  <a:lnTo>
                    <a:pt x="1236" y="271"/>
                  </a:lnTo>
                  <a:lnTo>
                    <a:pt x="1275" y="194"/>
                  </a:lnTo>
                  <a:lnTo>
                    <a:pt x="1236" y="116"/>
                  </a:lnTo>
                  <a:lnTo>
                    <a:pt x="1120" y="39"/>
                  </a:lnTo>
                  <a:lnTo>
                    <a:pt x="889" y="39"/>
                  </a:lnTo>
                  <a:lnTo>
                    <a:pt x="6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4790422" y="1760160"/>
              <a:ext cx="59912" cy="16423"/>
            </a:xfrm>
            <a:custGeom>
              <a:avLst/>
              <a:gdLst/>
              <a:ahLst/>
              <a:cxnLst/>
              <a:rect l="l" t="t" r="r" b="b"/>
              <a:pathLst>
                <a:path w="850" h="233" extrusionOk="0">
                  <a:moveTo>
                    <a:pt x="0" y="1"/>
                  </a:moveTo>
                  <a:lnTo>
                    <a:pt x="77" y="78"/>
                  </a:lnTo>
                  <a:lnTo>
                    <a:pt x="155" y="155"/>
                  </a:lnTo>
                  <a:lnTo>
                    <a:pt x="270" y="232"/>
                  </a:lnTo>
                  <a:lnTo>
                    <a:pt x="541" y="232"/>
                  </a:lnTo>
                  <a:lnTo>
                    <a:pt x="657" y="194"/>
                  </a:lnTo>
                  <a:lnTo>
                    <a:pt x="772" y="155"/>
                  </a:lnTo>
                  <a:lnTo>
                    <a:pt x="850" y="78"/>
                  </a:lnTo>
                  <a:lnTo>
                    <a:pt x="425" y="7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4891074" y="1768336"/>
              <a:ext cx="13674" cy="8247"/>
            </a:xfrm>
            <a:custGeom>
              <a:avLst/>
              <a:gdLst/>
              <a:ahLst/>
              <a:cxnLst/>
              <a:rect l="l" t="t" r="r" b="b"/>
              <a:pathLst>
                <a:path w="194" h="117" extrusionOk="0">
                  <a:moveTo>
                    <a:pt x="78" y="1"/>
                  </a:moveTo>
                  <a:lnTo>
                    <a:pt x="1" y="39"/>
                  </a:lnTo>
                  <a:lnTo>
                    <a:pt x="1" y="78"/>
                  </a:lnTo>
                  <a:lnTo>
                    <a:pt x="78" y="116"/>
                  </a:lnTo>
                  <a:lnTo>
                    <a:pt x="117" y="116"/>
                  </a:lnTo>
                  <a:lnTo>
                    <a:pt x="194" y="78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4755038" y="1781939"/>
              <a:ext cx="62661" cy="35454"/>
            </a:xfrm>
            <a:custGeom>
              <a:avLst/>
              <a:gdLst/>
              <a:ahLst/>
              <a:cxnLst/>
              <a:rect l="l" t="t" r="r" b="b"/>
              <a:pathLst>
                <a:path w="889" h="503" extrusionOk="0">
                  <a:moveTo>
                    <a:pt x="193" y="1"/>
                  </a:moveTo>
                  <a:lnTo>
                    <a:pt x="77" y="39"/>
                  </a:lnTo>
                  <a:lnTo>
                    <a:pt x="0" y="78"/>
                  </a:lnTo>
                  <a:lnTo>
                    <a:pt x="0" y="155"/>
                  </a:lnTo>
                  <a:lnTo>
                    <a:pt x="0" y="232"/>
                  </a:lnTo>
                  <a:lnTo>
                    <a:pt x="77" y="348"/>
                  </a:lnTo>
                  <a:lnTo>
                    <a:pt x="193" y="425"/>
                  </a:lnTo>
                  <a:lnTo>
                    <a:pt x="386" y="464"/>
                  </a:lnTo>
                  <a:lnTo>
                    <a:pt x="579" y="503"/>
                  </a:lnTo>
                  <a:lnTo>
                    <a:pt x="695" y="503"/>
                  </a:lnTo>
                  <a:lnTo>
                    <a:pt x="772" y="464"/>
                  </a:lnTo>
                  <a:lnTo>
                    <a:pt x="850" y="425"/>
                  </a:lnTo>
                  <a:lnTo>
                    <a:pt x="888" y="348"/>
                  </a:lnTo>
                  <a:lnTo>
                    <a:pt x="888" y="232"/>
                  </a:lnTo>
                  <a:lnTo>
                    <a:pt x="772" y="155"/>
                  </a:lnTo>
                  <a:lnTo>
                    <a:pt x="657" y="78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4755038" y="1781939"/>
              <a:ext cx="62661" cy="35454"/>
            </a:xfrm>
            <a:custGeom>
              <a:avLst/>
              <a:gdLst/>
              <a:ahLst/>
              <a:cxnLst/>
              <a:rect l="l" t="t" r="r" b="b"/>
              <a:pathLst>
                <a:path w="889" h="503" fill="none" extrusionOk="0">
                  <a:moveTo>
                    <a:pt x="309" y="1"/>
                  </a:moveTo>
                  <a:lnTo>
                    <a:pt x="309" y="1"/>
                  </a:lnTo>
                  <a:lnTo>
                    <a:pt x="193" y="1"/>
                  </a:lnTo>
                  <a:lnTo>
                    <a:pt x="77" y="39"/>
                  </a:lnTo>
                  <a:lnTo>
                    <a:pt x="0" y="78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232"/>
                  </a:lnTo>
                  <a:lnTo>
                    <a:pt x="77" y="348"/>
                  </a:lnTo>
                  <a:lnTo>
                    <a:pt x="193" y="425"/>
                  </a:lnTo>
                  <a:lnTo>
                    <a:pt x="386" y="464"/>
                  </a:lnTo>
                  <a:lnTo>
                    <a:pt x="386" y="464"/>
                  </a:lnTo>
                  <a:lnTo>
                    <a:pt x="579" y="503"/>
                  </a:lnTo>
                  <a:lnTo>
                    <a:pt x="579" y="503"/>
                  </a:lnTo>
                  <a:lnTo>
                    <a:pt x="695" y="503"/>
                  </a:lnTo>
                  <a:lnTo>
                    <a:pt x="772" y="464"/>
                  </a:lnTo>
                  <a:lnTo>
                    <a:pt x="850" y="425"/>
                  </a:lnTo>
                  <a:lnTo>
                    <a:pt x="888" y="348"/>
                  </a:lnTo>
                  <a:lnTo>
                    <a:pt x="888" y="348"/>
                  </a:lnTo>
                  <a:lnTo>
                    <a:pt x="888" y="232"/>
                  </a:lnTo>
                  <a:lnTo>
                    <a:pt x="772" y="155"/>
                  </a:lnTo>
                  <a:lnTo>
                    <a:pt x="657" y="78"/>
                  </a:lnTo>
                  <a:lnTo>
                    <a:pt x="502" y="1"/>
                  </a:lnTo>
                  <a:lnTo>
                    <a:pt x="502" y="1"/>
                  </a:lnTo>
                  <a:lnTo>
                    <a:pt x="30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4627108" y="1561463"/>
              <a:ext cx="24529" cy="24599"/>
            </a:xfrm>
            <a:custGeom>
              <a:avLst/>
              <a:gdLst/>
              <a:ahLst/>
              <a:cxnLst/>
              <a:rect l="l" t="t" r="r" b="b"/>
              <a:pathLst>
                <a:path w="348" h="349" extrusionOk="0"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0" y="348"/>
                  </a:move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lnTo>
                    <a:pt x="0" y="348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310"/>
                  </a:move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310"/>
                  </a:lnTo>
                  <a:close/>
                  <a:moveTo>
                    <a:pt x="39" y="271"/>
                  </a:moveTo>
                  <a:lnTo>
                    <a:pt x="39" y="271"/>
                  </a:lnTo>
                  <a:lnTo>
                    <a:pt x="39" y="310"/>
                  </a:lnTo>
                  <a:lnTo>
                    <a:pt x="39" y="310"/>
                  </a:lnTo>
                  <a:lnTo>
                    <a:pt x="39" y="271"/>
                  </a:lnTo>
                  <a:close/>
                  <a:moveTo>
                    <a:pt x="77" y="271"/>
                  </a:moveTo>
                  <a:lnTo>
                    <a:pt x="77" y="271"/>
                  </a:lnTo>
                  <a:lnTo>
                    <a:pt x="39" y="271"/>
                  </a:lnTo>
                  <a:lnTo>
                    <a:pt x="39" y="271"/>
                  </a:lnTo>
                  <a:lnTo>
                    <a:pt x="77" y="271"/>
                  </a:lnTo>
                  <a:close/>
                  <a:moveTo>
                    <a:pt x="155" y="155"/>
                  </a:moveTo>
                  <a:lnTo>
                    <a:pt x="155" y="155"/>
                  </a:lnTo>
                  <a:lnTo>
                    <a:pt x="77" y="271"/>
                  </a:lnTo>
                  <a:lnTo>
                    <a:pt x="77" y="271"/>
                  </a:lnTo>
                  <a:lnTo>
                    <a:pt x="155" y="155"/>
                  </a:lnTo>
                  <a:close/>
                  <a:moveTo>
                    <a:pt x="155" y="155"/>
                  </a:moveTo>
                  <a:lnTo>
                    <a:pt x="155" y="155"/>
                  </a:lnTo>
                  <a:lnTo>
                    <a:pt x="155" y="155"/>
                  </a:lnTo>
                  <a:lnTo>
                    <a:pt x="155" y="155"/>
                  </a:lnTo>
                  <a:lnTo>
                    <a:pt x="155" y="155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55" y="155"/>
                  </a:lnTo>
                  <a:lnTo>
                    <a:pt x="155" y="155"/>
                  </a:lnTo>
                  <a:lnTo>
                    <a:pt x="193" y="117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close/>
                  <a:moveTo>
                    <a:pt x="193" y="117"/>
                  </a:move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193" y="117"/>
                  </a:lnTo>
                  <a:close/>
                  <a:moveTo>
                    <a:pt x="232" y="117"/>
                  </a:moveTo>
                  <a:lnTo>
                    <a:pt x="232" y="117"/>
                  </a:lnTo>
                  <a:lnTo>
                    <a:pt x="193" y="117"/>
                  </a:lnTo>
                  <a:lnTo>
                    <a:pt x="193" y="117"/>
                  </a:lnTo>
                  <a:lnTo>
                    <a:pt x="232" y="117"/>
                  </a:lnTo>
                  <a:close/>
                  <a:moveTo>
                    <a:pt x="232" y="78"/>
                  </a:moveTo>
                  <a:lnTo>
                    <a:pt x="232" y="78"/>
                  </a:lnTo>
                  <a:lnTo>
                    <a:pt x="232" y="117"/>
                  </a:lnTo>
                  <a:lnTo>
                    <a:pt x="232" y="117"/>
                  </a:lnTo>
                  <a:lnTo>
                    <a:pt x="232" y="78"/>
                  </a:lnTo>
                  <a:close/>
                  <a:moveTo>
                    <a:pt x="232" y="78"/>
                  </a:move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close/>
                  <a:moveTo>
                    <a:pt x="348" y="1"/>
                  </a:moveTo>
                  <a:lnTo>
                    <a:pt x="348" y="1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232" y="78"/>
                  </a:lnTo>
                  <a:lnTo>
                    <a:pt x="348" y="1"/>
                  </a:lnTo>
                  <a:close/>
                </a:path>
              </a:pathLst>
            </a:custGeom>
            <a:solidFill>
              <a:srgbClr val="FBE3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4627108" y="1585992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4629787" y="1583243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4629787" y="1580565"/>
              <a:ext cx="70" cy="2749"/>
            </a:xfrm>
            <a:custGeom>
              <a:avLst/>
              <a:gdLst/>
              <a:ahLst/>
              <a:cxnLst/>
              <a:rect l="l" t="t" r="r" b="b"/>
              <a:pathLst>
                <a:path w="1" h="3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4629787" y="1580565"/>
              <a:ext cx="2819" cy="70"/>
            </a:xfrm>
            <a:custGeom>
              <a:avLst/>
              <a:gdLst/>
              <a:ahLst/>
              <a:cxnLst/>
              <a:rect l="l" t="t" r="r" b="b"/>
              <a:pathLst>
                <a:path w="40" h="1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4632536" y="1572388"/>
              <a:ext cx="5498" cy="8247"/>
            </a:xfrm>
            <a:custGeom>
              <a:avLst/>
              <a:gdLst/>
              <a:ahLst/>
              <a:cxnLst/>
              <a:rect l="l" t="t" r="r" b="b"/>
              <a:pathLst>
                <a:path w="78" h="117" fill="none" extrusionOk="0">
                  <a:moveTo>
                    <a:pt x="78" y="0"/>
                  </a:moveTo>
                  <a:lnTo>
                    <a:pt x="78" y="0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7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4637963" y="1572388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4637963" y="1569639"/>
              <a:ext cx="2819" cy="2819"/>
            </a:xfrm>
            <a:custGeom>
              <a:avLst/>
              <a:gdLst/>
              <a:ahLst/>
              <a:cxnLst/>
              <a:rect l="l" t="t" r="r" b="b"/>
              <a:pathLst>
                <a:path w="40" h="40" fill="none" extrusionOk="0">
                  <a:moveTo>
                    <a:pt x="39" y="1"/>
                  </a:moveTo>
                  <a:lnTo>
                    <a:pt x="39" y="1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4640712" y="156963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9"/>
            <p:cNvSpPr/>
            <p:nvPr/>
          </p:nvSpPr>
          <p:spPr>
            <a:xfrm>
              <a:off x="4640712" y="156963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9"/>
            <p:cNvSpPr/>
            <p:nvPr/>
          </p:nvSpPr>
          <p:spPr>
            <a:xfrm>
              <a:off x="4640712" y="1569639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9"/>
            <p:cNvSpPr/>
            <p:nvPr/>
          </p:nvSpPr>
          <p:spPr>
            <a:xfrm>
              <a:off x="4640712" y="1569639"/>
              <a:ext cx="2749" cy="70"/>
            </a:xfrm>
            <a:custGeom>
              <a:avLst/>
              <a:gdLst/>
              <a:ahLst/>
              <a:cxnLst/>
              <a:rect l="l" t="t" r="r" b="b"/>
              <a:pathLst>
                <a:path w="39" h="1" fill="none" extrusionOk="0">
                  <a:moveTo>
                    <a:pt x="39" y="1"/>
                  </a:moveTo>
                  <a:lnTo>
                    <a:pt x="39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3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9"/>
            <p:cNvSpPr/>
            <p:nvPr/>
          </p:nvSpPr>
          <p:spPr>
            <a:xfrm>
              <a:off x="4643390" y="1566961"/>
              <a:ext cx="70" cy="2749"/>
            </a:xfrm>
            <a:custGeom>
              <a:avLst/>
              <a:gdLst/>
              <a:ahLst/>
              <a:cxnLst/>
              <a:rect l="l" t="t" r="r" b="b"/>
              <a:pathLst>
                <a:path w="1" h="3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39"/>
                  </a:lnTo>
                  <a:lnTo>
                    <a:pt x="1" y="39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4643390" y="1561463"/>
              <a:ext cx="8247" cy="5568"/>
            </a:xfrm>
            <a:custGeom>
              <a:avLst/>
              <a:gdLst/>
              <a:ahLst/>
              <a:cxnLst/>
              <a:rect l="l" t="t" r="r" b="b"/>
              <a:pathLst>
                <a:path w="117" h="79" fill="none" extrusionOk="0">
                  <a:moveTo>
                    <a:pt x="117" y="1"/>
                  </a:moveTo>
                  <a:lnTo>
                    <a:pt x="117" y="1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1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4605329" y="1520653"/>
              <a:ext cx="283138" cy="149781"/>
            </a:xfrm>
            <a:custGeom>
              <a:avLst/>
              <a:gdLst/>
              <a:ahLst/>
              <a:cxnLst/>
              <a:rect l="l" t="t" r="r" b="b"/>
              <a:pathLst>
                <a:path w="4017" h="2125" fill="none" extrusionOk="0">
                  <a:moveTo>
                    <a:pt x="2510" y="1"/>
                  </a:moveTo>
                  <a:lnTo>
                    <a:pt x="2510" y="1"/>
                  </a:lnTo>
                  <a:lnTo>
                    <a:pt x="1970" y="39"/>
                  </a:lnTo>
                  <a:lnTo>
                    <a:pt x="1468" y="155"/>
                  </a:lnTo>
                  <a:lnTo>
                    <a:pt x="1043" y="348"/>
                  </a:lnTo>
                  <a:lnTo>
                    <a:pt x="657" y="580"/>
                  </a:lnTo>
                  <a:lnTo>
                    <a:pt x="657" y="580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734" y="503"/>
                  </a:lnTo>
                  <a:lnTo>
                    <a:pt x="927" y="387"/>
                  </a:lnTo>
                  <a:lnTo>
                    <a:pt x="1390" y="194"/>
                  </a:lnTo>
                  <a:lnTo>
                    <a:pt x="1931" y="39"/>
                  </a:lnTo>
                  <a:lnTo>
                    <a:pt x="2201" y="1"/>
                  </a:lnTo>
                  <a:lnTo>
                    <a:pt x="2510" y="1"/>
                  </a:lnTo>
                  <a:lnTo>
                    <a:pt x="2510" y="1"/>
                  </a:lnTo>
                  <a:lnTo>
                    <a:pt x="2935" y="39"/>
                  </a:lnTo>
                  <a:lnTo>
                    <a:pt x="3321" y="116"/>
                  </a:lnTo>
                  <a:lnTo>
                    <a:pt x="3321" y="116"/>
                  </a:lnTo>
                  <a:lnTo>
                    <a:pt x="3089" y="310"/>
                  </a:lnTo>
                  <a:lnTo>
                    <a:pt x="2781" y="541"/>
                  </a:lnTo>
                  <a:lnTo>
                    <a:pt x="2394" y="734"/>
                  </a:lnTo>
                  <a:lnTo>
                    <a:pt x="1931" y="889"/>
                  </a:lnTo>
                  <a:lnTo>
                    <a:pt x="1931" y="889"/>
                  </a:lnTo>
                  <a:lnTo>
                    <a:pt x="1583" y="927"/>
                  </a:lnTo>
                  <a:lnTo>
                    <a:pt x="1583" y="927"/>
                  </a:lnTo>
                  <a:lnTo>
                    <a:pt x="1468" y="927"/>
                  </a:lnTo>
                  <a:lnTo>
                    <a:pt x="1390" y="889"/>
                  </a:lnTo>
                  <a:lnTo>
                    <a:pt x="1352" y="812"/>
                  </a:lnTo>
                  <a:lnTo>
                    <a:pt x="1390" y="773"/>
                  </a:lnTo>
                  <a:lnTo>
                    <a:pt x="1468" y="618"/>
                  </a:lnTo>
                  <a:lnTo>
                    <a:pt x="1506" y="580"/>
                  </a:lnTo>
                  <a:lnTo>
                    <a:pt x="1506" y="580"/>
                  </a:lnTo>
                  <a:lnTo>
                    <a:pt x="1275" y="657"/>
                  </a:lnTo>
                  <a:lnTo>
                    <a:pt x="966" y="696"/>
                  </a:lnTo>
                  <a:lnTo>
                    <a:pt x="541" y="734"/>
                  </a:lnTo>
                  <a:lnTo>
                    <a:pt x="541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57"/>
                  </a:lnTo>
                  <a:lnTo>
                    <a:pt x="541" y="696"/>
                  </a:lnTo>
                  <a:lnTo>
                    <a:pt x="541" y="696"/>
                  </a:lnTo>
                  <a:lnTo>
                    <a:pt x="541" y="696"/>
                  </a:lnTo>
                  <a:lnTo>
                    <a:pt x="541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502" y="696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464" y="734"/>
                  </a:lnTo>
                  <a:lnTo>
                    <a:pt x="386" y="850"/>
                  </a:lnTo>
                  <a:lnTo>
                    <a:pt x="386" y="850"/>
                  </a:lnTo>
                  <a:lnTo>
                    <a:pt x="386" y="850"/>
                  </a:lnTo>
                  <a:lnTo>
                    <a:pt x="386" y="850"/>
                  </a:lnTo>
                  <a:lnTo>
                    <a:pt x="348" y="850"/>
                  </a:lnTo>
                  <a:lnTo>
                    <a:pt x="348" y="850"/>
                  </a:lnTo>
                  <a:lnTo>
                    <a:pt x="348" y="850"/>
                  </a:lnTo>
                  <a:lnTo>
                    <a:pt x="348" y="850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48" y="889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309" y="927"/>
                  </a:lnTo>
                  <a:lnTo>
                    <a:pt x="116" y="1275"/>
                  </a:lnTo>
                  <a:lnTo>
                    <a:pt x="0" y="1661"/>
                  </a:lnTo>
                  <a:lnTo>
                    <a:pt x="425" y="1661"/>
                  </a:lnTo>
                  <a:lnTo>
                    <a:pt x="425" y="1661"/>
                  </a:lnTo>
                  <a:lnTo>
                    <a:pt x="386" y="1700"/>
                  </a:lnTo>
                  <a:lnTo>
                    <a:pt x="348" y="1854"/>
                  </a:lnTo>
                  <a:lnTo>
                    <a:pt x="348" y="1893"/>
                  </a:lnTo>
                  <a:lnTo>
                    <a:pt x="348" y="1970"/>
                  </a:lnTo>
                  <a:lnTo>
                    <a:pt x="386" y="2009"/>
                  </a:lnTo>
                  <a:lnTo>
                    <a:pt x="464" y="2047"/>
                  </a:lnTo>
                  <a:lnTo>
                    <a:pt x="464" y="2047"/>
                  </a:lnTo>
                  <a:lnTo>
                    <a:pt x="580" y="2009"/>
                  </a:lnTo>
                  <a:lnTo>
                    <a:pt x="580" y="2009"/>
                  </a:lnTo>
                  <a:lnTo>
                    <a:pt x="1004" y="1893"/>
                  </a:lnTo>
                  <a:lnTo>
                    <a:pt x="1429" y="1661"/>
                  </a:lnTo>
                  <a:lnTo>
                    <a:pt x="1931" y="1391"/>
                  </a:lnTo>
                  <a:lnTo>
                    <a:pt x="1931" y="1391"/>
                  </a:lnTo>
                  <a:lnTo>
                    <a:pt x="1854" y="1507"/>
                  </a:lnTo>
                  <a:lnTo>
                    <a:pt x="1661" y="1777"/>
                  </a:lnTo>
                  <a:lnTo>
                    <a:pt x="1622" y="1893"/>
                  </a:lnTo>
                  <a:lnTo>
                    <a:pt x="1583" y="2009"/>
                  </a:lnTo>
                  <a:lnTo>
                    <a:pt x="1583" y="2086"/>
                  </a:lnTo>
                  <a:lnTo>
                    <a:pt x="1661" y="2124"/>
                  </a:lnTo>
                  <a:lnTo>
                    <a:pt x="1661" y="2124"/>
                  </a:lnTo>
                  <a:lnTo>
                    <a:pt x="1854" y="2086"/>
                  </a:lnTo>
                  <a:lnTo>
                    <a:pt x="1854" y="2086"/>
                  </a:lnTo>
                  <a:lnTo>
                    <a:pt x="2124" y="1970"/>
                  </a:lnTo>
                  <a:lnTo>
                    <a:pt x="2394" y="1777"/>
                  </a:lnTo>
                  <a:lnTo>
                    <a:pt x="3051" y="1314"/>
                  </a:lnTo>
                  <a:lnTo>
                    <a:pt x="3630" y="850"/>
                  </a:lnTo>
                  <a:lnTo>
                    <a:pt x="4016" y="503"/>
                  </a:lnTo>
                  <a:lnTo>
                    <a:pt x="4016" y="503"/>
                  </a:lnTo>
                  <a:lnTo>
                    <a:pt x="3669" y="271"/>
                  </a:lnTo>
                  <a:lnTo>
                    <a:pt x="3321" y="116"/>
                  </a:lnTo>
                  <a:lnTo>
                    <a:pt x="2896" y="39"/>
                  </a:lnTo>
                  <a:lnTo>
                    <a:pt x="251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4681523" y="2239174"/>
              <a:ext cx="318522" cy="402892"/>
            </a:xfrm>
            <a:custGeom>
              <a:avLst/>
              <a:gdLst/>
              <a:ahLst/>
              <a:cxnLst/>
              <a:rect l="l" t="t" r="r" b="b"/>
              <a:pathLst>
                <a:path w="4519" h="5716" extrusionOk="0">
                  <a:moveTo>
                    <a:pt x="927" y="1"/>
                  </a:moveTo>
                  <a:lnTo>
                    <a:pt x="0" y="4828"/>
                  </a:lnTo>
                  <a:lnTo>
                    <a:pt x="3823" y="5716"/>
                  </a:lnTo>
                  <a:lnTo>
                    <a:pt x="3939" y="5677"/>
                  </a:lnTo>
                  <a:lnTo>
                    <a:pt x="4132" y="5561"/>
                  </a:lnTo>
                  <a:lnTo>
                    <a:pt x="4287" y="5446"/>
                  </a:lnTo>
                  <a:lnTo>
                    <a:pt x="4364" y="5330"/>
                  </a:lnTo>
                  <a:lnTo>
                    <a:pt x="4480" y="5137"/>
                  </a:lnTo>
                  <a:lnTo>
                    <a:pt x="4518" y="4944"/>
                  </a:lnTo>
                  <a:lnTo>
                    <a:pt x="4480" y="4789"/>
                  </a:lnTo>
                  <a:lnTo>
                    <a:pt x="4403" y="4596"/>
                  </a:lnTo>
                  <a:lnTo>
                    <a:pt x="4094" y="3978"/>
                  </a:lnTo>
                  <a:lnTo>
                    <a:pt x="3669" y="3206"/>
                  </a:lnTo>
                  <a:lnTo>
                    <a:pt x="3206" y="2395"/>
                  </a:lnTo>
                  <a:lnTo>
                    <a:pt x="2279" y="928"/>
                  </a:lnTo>
                  <a:lnTo>
                    <a:pt x="1854" y="271"/>
                  </a:lnTo>
                  <a:lnTo>
                    <a:pt x="92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4681523" y="2239174"/>
              <a:ext cx="318522" cy="402892"/>
            </a:xfrm>
            <a:custGeom>
              <a:avLst/>
              <a:gdLst/>
              <a:ahLst/>
              <a:cxnLst/>
              <a:rect l="l" t="t" r="r" b="b"/>
              <a:pathLst>
                <a:path w="4519" h="5716" fill="none" extrusionOk="0">
                  <a:moveTo>
                    <a:pt x="927" y="1"/>
                  </a:moveTo>
                  <a:lnTo>
                    <a:pt x="0" y="4828"/>
                  </a:lnTo>
                  <a:lnTo>
                    <a:pt x="3823" y="5716"/>
                  </a:lnTo>
                  <a:lnTo>
                    <a:pt x="3823" y="5716"/>
                  </a:lnTo>
                  <a:lnTo>
                    <a:pt x="3939" y="5677"/>
                  </a:lnTo>
                  <a:lnTo>
                    <a:pt x="4132" y="5561"/>
                  </a:lnTo>
                  <a:lnTo>
                    <a:pt x="4287" y="5446"/>
                  </a:lnTo>
                  <a:lnTo>
                    <a:pt x="4364" y="5330"/>
                  </a:lnTo>
                  <a:lnTo>
                    <a:pt x="4480" y="5137"/>
                  </a:lnTo>
                  <a:lnTo>
                    <a:pt x="4518" y="4944"/>
                  </a:lnTo>
                  <a:lnTo>
                    <a:pt x="4518" y="4944"/>
                  </a:lnTo>
                  <a:lnTo>
                    <a:pt x="4480" y="4789"/>
                  </a:lnTo>
                  <a:lnTo>
                    <a:pt x="4403" y="4596"/>
                  </a:lnTo>
                  <a:lnTo>
                    <a:pt x="4094" y="3978"/>
                  </a:lnTo>
                  <a:lnTo>
                    <a:pt x="3669" y="3206"/>
                  </a:lnTo>
                  <a:lnTo>
                    <a:pt x="3206" y="2395"/>
                  </a:lnTo>
                  <a:lnTo>
                    <a:pt x="2279" y="928"/>
                  </a:lnTo>
                  <a:lnTo>
                    <a:pt x="1854" y="271"/>
                  </a:lnTo>
                  <a:lnTo>
                    <a:pt x="92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BE3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EF5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9"/>
            <p:cNvSpPr/>
            <p:nvPr/>
          </p:nvSpPr>
          <p:spPr>
            <a:xfrm>
              <a:off x="4643390" y="1566961"/>
              <a:ext cx="70" cy="7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9"/>
            <p:cNvSpPr/>
            <p:nvPr/>
          </p:nvSpPr>
          <p:spPr>
            <a:xfrm>
              <a:off x="4637963" y="1520653"/>
              <a:ext cx="201517" cy="65410"/>
            </a:xfrm>
            <a:custGeom>
              <a:avLst/>
              <a:gdLst/>
              <a:ahLst/>
              <a:cxnLst/>
              <a:rect l="l" t="t" r="r" b="b"/>
              <a:pathLst>
                <a:path w="2859" h="928" extrusionOk="0">
                  <a:moveTo>
                    <a:pt x="1738" y="1"/>
                  </a:moveTo>
                  <a:lnTo>
                    <a:pt x="1468" y="39"/>
                  </a:lnTo>
                  <a:lnTo>
                    <a:pt x="927" y="194"/>
                  </a:lnTo>
                  <a:lnTo>
                    <a:pt x="464" y="387"/>
                  </a:lnTo>
                  <a:lnTo>
                    <a:pt x="271" y="503"/>
                  </a:lnTo>
                  <a:lnTo>
                    <a:pt x="78" y="657"/>
                  </a:lnTo>
                  <a:lnTo>
                    <a:pt x="1" y="734"/>
                  </a:lnTo>
                  <a:lnTo>
                    <a:pt x="78" y="734"/>
                  </a:lnTo>
                  <a:lnTo>
                    <a:pt x="503" y="696"/>
                  </a:lnTo>
                  <a:lnTo>
                    <a:pt x="812" y="657"/>
                  </a:lnTo>
                  <a:lnTo>
                    <a:pt x="1043" y="580"/>
                  </a:lnTo>
                  <a:lnTo>
                    <a:pt x="1005" y="618"/>
                  </a:lnTo>
                  <a:lnTo>
                    <a:pt x="927" y="773"/>
                  </a:lnTo>
                  <a:lnTo>
                    <a:pt x="889" y="812"/>
                  </a:lnTo>
                  <a:lnTo>
                    <a:pt x="927" y="889"/>
                  </a:lnTo>
                  <a:lnTo>
                    <a:pt x="1005" y="927"/>
                  </a:lnTo>
                  <a:lnTo>
                    <a:pt x="1120" y="927"/>
                  </a:lnTo>
                  <a:lnTo>
                    <a:pt x="1468" y="889"/>
                  </a:lnTo>
                  <a:lnTo>
                    <a:pt x="1931" y="734"/>
                  </a:lnTo>
                  <a:lnTo>
                    <a:pt x="2318" y="541"/>
                  </a:lnTo>
                  <a:lnTo>
                    <a:pt x="2626" y="310"/>
                  </a:lnTo>
                  <a:lnTo>
                    <a:pt x="2858" y="116"/>
                  </a:lnTo>
                  <a:lnTo>
                    <a:pt x="2472" y="39"/>
                  </a:lnTo>
                  <a:lnTo>
                    <a:pt x="2047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9"/>
            <p:cNvSpPr/>
            <p:nvPr/>
          </p:nvSpPr>
          <p:spPr>
            <a:xfrm>
              <a:off x="4637963" y="1520653"/>
              <a:ext cx="201517" cy="65410"/>
            </a:xfrm>
            <a:custGeom>
              <a:avLst/>
              <a:gdLst/>
              <a:ahLst/>
              <a:cxnLst/>
              <a:rect l="l" t="t" r="r" b="b"/>
              <a:pathLst>
                <a:path w="2859" h="928" fill="none" extrusionOk="0">
                  <a:moveTo>
                    <a:pt x="2047" y="1"/>
                  </a:moveTo>
                  <a:lnTo>
                    <a:pt x="2047" y="1"/>
                  </a:lnTo>
                  <a:lnTo>
                    <a:pt x="1738" y="1"/>
                  </a:lnTo>
                  <a:lnTo>
                    <a:pt x="1468" y="39"/>
                  </a:lnTo>
                  <a:lnTo>
                    <a:pt x="927" y="194"/>
                  </a:lnTo>
                  <a:lnTo>
                    <a:pt x="464" y="387"/>
                  </a:lnTo>
                  <a:lnTo>
                    <a:pt x="271" y="503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78" y="657"/>
                  </a:lnTo>
                  <a:lnTo>
                    <a:pt x="1" y="734"/>
                  </a:lnTo>
                  <a:lnTo>
                    <a:pt x="1" y="734"/>
                  </a:lnTo>
                  <a:lnTo>
                    <a:pt x="78" y="734"/>
                  </a:lnTo>
                  <a:lnTo>
                    <a:pt x="78" y="734"/>
                  </a:lnTo>
                  <a:lnTo>
                    <a:pt x="503" y="696"/>
                  </a:lnTo>
                  <a:lnTo>
                    <a:pt x="812" y="657"/>
                  </a:lnTo>
                  <a:lnTo>
                    <a:pt x="1043" y="580"/>
                  </a:lnTo>
                  <a:lnTo>
                    <a:pt x="1043" y="580"/>
                  </a:lnTo>
                  <a:lnTo>
                    <a:pt x="1005" y="618"/>
                  </a:lnTo>
                  <a:lnTo>
                    <a:pt x="927" y="773"/>
                  </a:lnTo>
                  <a:lnTo>
                    <a:pt x="889" y="812"/>
                  </a:lnTo>
                  <a:lnTo>
                    <a:pt x="927" y="889"/>
                  </a:lnTo>
                  <a:lnTo>
                    <a:pt x="1005" y="927"/>
                  </a:lnTo>
                  <a:lnTo>
                    <a:pt x="1120" y="927"/>
                  </a:lnTo>
                  <a:lnTo>
                    <a:pt x="1120" y="927"/>
                  </a:lnTo>
                  <a:lnTo>
                    <a:pt x="1468" y="889"/>
                  </a:lnTo>
                  <a:lnTo>
                    <a:pt x="1468" y="889"/>
                  </a:lnTo>
                  <a:lnTo>
                    <a:pt x="1931" y="734"/>
                  </a:lnTo>
                  <a:lnTo>
                    <a:pt x="2318" y="541"/>
                  </a:lnTo>
                  <a:lnTo>
                    <a:pt x="2626" y="310"/>
                  </a:lnTo>
                  <a:lnTo>
                    <a:pt x="2858" y="116"/>
                  </a:lnTo>
                  <a:lnTo>
                    <a:pt x="2858" y="116"/>
                  </a:lnTo>
                  <a:lnTo>
                    <a:pt x="2472" y="39"/>
                  </a:lnTo>
                  <a:lnTo>
                    <a:pt x="204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9"/>
            <p:cNvSpPr/>
            <p:nvPr/>
          </p:nvSpPr>
          <p:spPr>
            <a:xfrm>
              <a:off x="4523637" y="1961605"/>
              <a:ext cx="103542" cy="334804"/>
            </a:xfrm>
            <a:custGeom>
              <a:avLst/>
              <a:gdLst/>
              <a:ahLst/>
              <a:cxnLst/>
              <a:rect l="l" t="t" r="r" b="b"/>
              <a:pathLst>
                <a:path w="1469" h="4750" extrusionOk="0">
                  <a:moveTo>
                    <a:pt x="39" y="0"/>
                  </a:moveTo>
                  <a:lnTo>
                    <a:pt x="1" y="77"/>
                  </a:lnTo>
                  <a:lnTo>
                    <a:pt x="233" y="155"/>
                  </a:lnTo>
                  <a:lnTo>
                    <a:pt x="387" y="271"/>
                  </a:lnTo>
                  <a:lnTo>
                    <a:pt x="580" y="386"/>
                  </a:lnTo>
                  <a:lnTo>
                    <a:pt x="735" y="579"/>
                  </a:lnTo>
                  <a:lnTo>
                    <a:pt x="850" y="773"/>
                  </a:lnTo>
                  <a:lnTo>
                    <a:pt x="966" y="966"/>
                  </a:lnTo>
                  <a:lnTo>
                    <a:pt x="1121" y="1468"/>
                  </a:lnTo>
                  <a:lnTo>
                    <a:pt x="1275" y="2008"/>
                  </a:lnTo>
                  <a:lnTo>
                    <a:pt x="1352" y="2549"/>
                  </a:lnTo>
                  <a:lnTo>
                    <a:pt x="1391" y="3089"/>
                  </a:lnTo>
                  <a:lnTo>
                    <a:pt x="1391" y="3591"/>
                  </a:lnTo>
                  <a:lnTo>
                    <a:pt x="1352" y="4441"/>
                  </a:lnTo>
                  <a:lnTo>
                    <a:pt x="1352" y="4750"/>
                  </a:lnTo>
                  <a:lnTo>
                    <a:pt x="1391" y="4750"/>
                  </a:lnTo>
                  <a:lnTo>
                    <a:pt x="1430" y="4441"/>
                  </a:lnTo>
                  <a:lnTo>
                    <a:pt x="1468" y="3591"/>
                  </a:lnTo>
                  <a:lnTo>
                    <a:pt x="1430" y="3089"/>
                  </a:lnTo>
                  <a:lnTo>
                    <a:pt x="1391" y="2549"/>
                  </a:lnTo>
                  <a:lnTo>
                    <a:pt x="1314" y="1970"/>
                  </a:lnTo>
                  <a:lnTo>
                    <a:pt x="1198" y="1429"/>
                  </a:lnTo>
                  <a:lnTo>
                    <a:pt x="1005" y="966"/>
                  </a:lnTo>
                  <a:lnTo>
                    <a:pt x="889" y="734"/>
                  </a:lnTo>
                  <a:lnTo>
                    <a:pt x="773" y="541"/>
                  </a:lnTo>
                  <a:lnTo>
                    <a:pt x="619" y="348"/>
                  </a:lnTo>
                  <a:lnTo>
                    <a:pt x="426" y="193"/>
                  </a:lnTo>
                  <a:lnTo>
                    <a:pt x="233" y="77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9"/>
            <p:cNvSpPr/>
            <p:nvPr/>
          </p:nvSpPr>
          <p:spPr>
            <a:xfrm>
              <a:off x="4670668" y="1790116"/>
              <a:ext cx="19101" cy="19101"/>
            </a:xfrm>
            <a:custGeom>
              <a:avLst/>
              <a:gdLst/>
              <a:ahLst/>
              <a:cxnLst/>
              <a:rect l="l" t="t" r="r" b="b"/>
              <a:pathLst>
                <a:path w="271" h="271" extrusionOk="0">
                  <a:moveTo>
                    <a:pt x="154" y="1"/>
                  </a:moveTo>
                  <a:lnTo>
                    <a:pt x="39" y="39"/>
                  </a:lnTo>
                  <a:lnTo>
                    <a:pt x="0" y="116"/>
                  </a:lnTo>
                  <a:lnTo>
                    <a:pt x="39" y="232"/>
                  </a:lnTo>
                  <a:lnTo>
                    <a:pt x="154" y="271"/>
                  </a:lnTo>
                  <a:lnTo>
                    <a:pt x="232" y="232"/>
                  </a:lnTo>
                  <a:lnTo>
                    <a:pt x="270" y="116"/>
                  </a:lnTo>
                  <a:lnTo>
                    <a:pt x="232" y="39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9"/>
            <p:cNvSpPr/>
            <p:nvPr/>
          </p:nvSpPr>
          <p:spPr>
            <a:xfrm>
              <a:off x="4896572" y="1705745"/>
              <a:ext cx="10925" cy="13674"/>
            </a:xfrm>
            <a:custGeom>
              <a:avLst/>
              <a:gdLst/>
              <a:ahLst/>
              <a:cxnLst/>
              <a:rect l="l" t="t" r="r" b="b"/>
              <a:pathLst>
                <a:path w="155" h="194" extrusionOk="0">
                  <a:moveTo>
                    <a:pt x="155" y="0"/>
                  </a:moveTo>
                  <a:lnTo>
                    <a:pt x="77" y="39"/>
                  </a:lnTo>
                  <a:lnTo>
                    <a:pt x="39" y="78"/>
                  </a:lnTo>
                  <a:lnTo>
                    <a:pt x="0" y="194"/>
                  </a:lnTo>
                  <a:lnTo>
                    <a:pt x="155" y="194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9"/>
            <p:cNvSpPr/>
            <p:nvPr/>
          </p:nvSpPr>
          <p:spPr>
            <a:xfrm>
              <a:off x="4869294" y="1977887"/>
              <a:ext cx="122573" cy="261358"/>
            </a:xfrm>
            <a:custGeom>
              <a:avLst/>
              <a:gdLst/>
              <a:ahLst/>
              <a:cxnLst/>
              <a:rect l="l" t="t" r="r" b="b"/>
              <a:pathLst>
                <a:path w="1739" h="3708" extrusionOk="0">
                  <a:moveTo>
                    <a:pt x="40" y="1"/>
                  </a:moveTo>
                  <a:lnTo>
                    <a:pt x="1" y="40"/>
                  </a:lnTo>
                  <a:lnTo>
                    <a:pt x="194" y="426"/>
                  </a:lnTo>
                  <a:lnTo>
                    <a:pt x="928" y="1932"/>
                  </a:lnTo>
                  <a:lnTo>
                    <a:pt x="1314" y="2820"/>
                  </a:lnTo>
                  <a:lnTo>
                    <a:pt x="1661" y="3708"/>
                  </a:lnTo>
                  <a:lnTo>
                    <a:pt x="1739" y="3708"/>
                  </a:lnTo>
                  <a:lnTo>
                    <a:pt x="1507" y="3129"/>
                  </a:lnTo>
                  <a:lnTo>
                    <a:pt x="1237" y="2511"/>
                  </a:lnTo>
                  <a:lnTo>
                    <a:pt x="696" y="1314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9"/>
            <p:cNvSpPr/>
            <p:nvPr/>
          </p:nvSpPr>
          <p:spPr>
            <a:xfrm>
              <a:off x="4828483" y="2124918"/>
              <a:ext cx="340302" cy="190591"/>
            </a:xfrm>
            <a:custGeom>
              <a:avLst/>
              <a:gdLst/>
              <a:ahLst/>
              <a:cxnLst/>
              <a:rect l="l" t="t" r="r" b="b"/>
              <a:pathLst>
                <a:path w="4828" h="2704" extrusionOk="0">
                  <a:moveTo>
                    <a:pt x="4403" y="0"/>
                  </a:moveTo>
                  <a:lnTo>
                    <a:pt x="3476" y="1892"/>
                  </a:lnTo>
                  <a:lnTo>
                    <a:pt x="3399" y="1931"/>
                  </a:lnTo>
                  <a:lnTo>
                    <a:pt x="3129" y="1931"/>
                  </a:lnTo>
                  <a:lnTo>
                    <a:pt x="2588" y="1738"/>
                  </a:lnTo>
                  <a:lnTo>
                    <a:pt x="1545" y="1352"/>
                  </a:lnTo>
                  <a:lnTo>
                    <a:pt x="155" y="811"/>
                  </a:lnTo>
                  <a:lnTo>
                    <a:pt x="1" y="1197"/>
                  </a:lnTo>
                  <a:lnTo>
                    <a:pt x="39" y="1738"/>
                  </a:lnTo>
                  <a:lnTo>
                    <a:pt x="3051" y="2703"/>
                  </a:lnTo>
                  <a:lnTo>
                    <a:pt x="3978" y="2549"/>
                  </a:lnTo>
                  <a:lnTo>
                    <a:pt x="4828" y="155"/>
                  </a:lnTo>
                  <a:lnTo>
                    <a:pt x="44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9"/>
            <p:cNvSpPr/>
            <p:nvPr/>
          </p:nvSpPr>
          <p:spPr>
            <a:xfrm>
              <a:off x="4978193" y="2282733"/>
              <a:ext cx="108970" cy="326698"/>
            </a:xfrm>
            <a:custGeom>
              <a:avLst/>
              <a:gdLst/>
              <a:ahLst/>
              <a:cxnLst/>
              <a:rect l="l" t="t" r="r" b="b"/>
              <a:pathLst>
                <a:path w="1546" h="4635" extrusionOk="0">
                  <a:moveTo>
                    <a:pt x="1005" y="1"/>
                  </a:moveTo>
                  <a:lnTo>
                    <a:pt x="850" y="580"/>
                  </a:lnTo>
                  <a:lnTo>
                    <a:pt x="464" y="1893"/>
                  </a:lnTo>
                  <a:lnTo>
                    <a:pt x="271" y="2665"/>
                  </a:lnTo>
                  <a:lnTo>
                    <a:pt x="116" y="3438"/>
                  </a:lnTo>
                  <a:lnTo>
                    <a:pt x="39" y="4094"/>
                  </a:lnTo>
                  <a:lnTo>
                    <a:pt x="1" y="4403"/>
                  </a:lnTo>
                  <a:lnTo>
                    <a:pt x="39" y="4635"/>
                  </a:lnTo>
                  <a:lnTo>
                    <a:pt x="232" y="4635"/>
                  </a:lnTo>
                  <a:lnTo>
                    <a:pt x="387" y="4557"/>
                  </a:lnTo>
                  <a:lnTo>
                    <a:pt x="503" y="4480"/>
                  </a:lnTo>
                  <a:lnTo>
                    <a:pt x="1545" y="1"/>
                  </a:lnTo>
                  <a:lnTo>
                    <a:pt x="1352" y="39"/>
                  </a:lnTo>
                  <a:lnTo>
                    <a:pt x="1159" y="39"/>
                  </a:lnTo>
                  <a:lnTo>
                    <a:pt x="10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9"/>
            <p:cNvSpPr/>
            <p:nvPr/>
          </p:nvSpPr>
          <p:spPr>
            <a:xfrm>
              <a:off x="4722333" y="2201112"/>
              <a:ext cx="326698" cy="408320"/>
            </a:xfrm>
            <a:custGeom>
              <a:avLst/>
              <a:gdLst/>
              <a:ahLst/>
              <a:cxnLst/>
              <a:rect l="l" t="t" r="r" b="b"/>
              <a:pathLst>
                <a:path w="4635" h="5793" extrusionOk="0">
                  <a:moveTo>
                    <a:pt x="1159" y="0"/>
                  </a:moveTo>
                  <a:lnTo>
                    <a:pt x="1" y="4673"/>
                  </a:lnTo>
                  <a:lnTo>
                    <a:pt x="3669" y="5793"/>
                  </a:lnTo>
                  <a:lnTo>
                    <a:pt x="4635" y="1159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9"/>
            <p:cNvSpPr/>
            <p:nvPr/>
          </p:nvSpPr>
          <p:spPr>
            <a:xfrm>
              <a:off x="5013576" y="2124918"/>
              <a:ext cx="163384" cy="473659"/>
            </a:xfrm>
            <a:custGeom>
              <a:avLst/>
              <a:gdLst/>
              <a:ahLst/>
              <a:cxnLst/>
              <a:rect l="l" t="t" r="r" b="b"/>
              <a:pathLst>
                <a:path w="2318" h="6720" extrusionOk="0">
                  <a:moveTo>
                    <a:pt x="2317" y="0"/>
                  </a:moveTo>
                  <a:lnTo>
                    <a:pt x="1043" y="2240"/>
                  </a:lnTo>
                  <a:lnTo>
                    <a:pt x="1" y="6719"/>
                  </a:lnTo>
                  <a:lnTo>
                    <a:pt x="1004" y="5754"/>
                  </a:lnTo>
                  <a:lnTo>
                    <a:pt x="23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9"/>
            <p:cNvSpPr/>
            <p:nvPr/>
          </p:nvSpPr>
          <p:spPr>
            <a:xfrm>
              <a:off x="4950986" y="2372601"/>
              <a:ext cx="182415" cy="204195"/>
            </a:xfrm>
            <a:custGeom>
              <a:avLst/>
              <a:gdLst/>
              <a:ahLst/>
              <a:cxnLst/>
              <a:rect l="l" t="t" r="r" b="b"/>
              <a:pathLst>
                <a:path w="2588" h="2897" extrusionOk="0">
                  <a:moveTo>
                    <a:pt x="889" y="0"/>
                  </a:moveTo>
                  <a:lnTo>
                    <a:pt x="618" y="77"/>
                  </a:lnTo>
                  <a:lnTo>
                    <a:pt x="425" y="155"/>
                  </a:lnTo>
                  <a:lnTo>
                    <a:pt x="309" y="270"/>
                  </a:lnTo>
                  <a:lnTo>
                    <a:pt x="271" y="309"/>
                  </a:lnTo>
                  <a:lnTo>
                    <a:pt x="271" y="386"/>
                  </a:lnTo>
                  <a:lnTo>
                    <a:pt x="309" y="463"/>
                  </a:lnTo>
                  <a:lnTo>
                    <a:pt x="387" y="502"/>
                  </a:lnTo>
                  <a:lnTo>
                    <a:pt x="464" y="541"/>
                  </a:lnTo>
                  <a:lnTo>
                    <a:pt x="618" y="579"/>
                  </a:lnTo>
                  <a:lnTo>
                    <a:pt x="927" y="657"/>
                  </a:lnTo>
                  <a:lnTo>
                    <a:pt x="1197" y="734"/>
                  </a:lnTo>
                  <a:lnTo>
                    <a:pt x="1429" y="850"/>
                  </a:lnTo>
                  <a:lnTo>
                    <a:pt x="1429" y="850"/>
                  </a:lnTo>
                  <a:lnTo>
                    <a:pt x="1004" y="811"/>
                  </a:lnTo>
                  <a:lnTo>
                    <a:pt x="618" y="811"/>
                  </a:lnTo>
                  <a:lnTo>
                    <a:pt x="271" y="850"/>
                  </a:lnTo>
                  <a:lnTo>
                    <a:pt x="155" y="888"/>
                  </a:lnTo>
                  <a:lnTo>
                    <a:pt x="39" y="965"/>
                  </a:lnTo>
                  <a:lnTo>
                    <a:pt x="0" y="1081"/>
                  </a:lnTo>
                  <a:lnTo>
                    <a:pt x="0" y="1159"/>
                  </a:lnTo>
                  <a:lnTo>
                    <a:pt x="0" y="1236"/>
                  </a:lnTo>
                  <a:lnTo>
                    <a:pt x="78" y="1313"/>
                  </a:lnTo>
                  <a:lnTo>
                    <a:pt x="116" y="1390"/>
                  </a:lnTo>
                  <a:lnTo>
                    <a:pt x="232" y="1390"/>
                  </a:lnTo>
                  <a:lnTo>
                    <a:pt x="271" y="1583"/>
                  </a:lnTo>
                  <a:lnTo>
                    <a:pt x="387" y="1738"/>
                  </a:lnTo>
                  <a:lnTo>
                    <a:pt x="541" y="1892"/>
                  </a:lnTo>
                  <a:lnTo>
                    <a:pt x="541" y="1931"/>
                  </a:lnTo>
                  <a:lnTo>
                    <a:pt x="541" y="2047"/>
                  </a:lnTo>
                  <a:lnTo>
                    <a:pt x="580" y="2124"/>
                  </a:lnTo>
                  <a:lnTo>
                    <a:pt x="657" y="2240"/>
                  </a:lnTo>
                  <a:lnTo>
                    <a:pt x="773" y="2317"/>
                  </a:lnTo>
                  <a:lnTo>
                    <a:pt x="927" y="2433"/>
                  </a:lnTo>
                  <a:lnTo>
                    <a:pt x="1313" y="2626"/>
                  </a:lnTo>
                  <a:lnTo>
                    <a:pt x="1738" y="2819"/>
                  </a:lnTo>
                  <a:lnTo>
                    <a:pt x="1892" y="2858"/>
                  </a:lnTo>
                  <a:lnTo>
                    <a:pt x="2047" y="2896"/>
                  </a:lnTo>
                  <a:lnTo>
                    <a:pt x="2201" y="2858"/>
                  </a:lnTo>
                  <a:lnTo>
                    <a:pt x="2279" y="2819"/>
                  </a:lnTo>
                  <a:lnTo>
                    <a:pt x="2356" y="2664"/>
                  </a:lnTo>
                  <a:lnTo>
                    <a:pt x="2472" y="2278"/>
                  </a:lnTo>
                  <a:lnTo>
                    <a:pt x="2549" y="2008"/>
                  </a:lnTo>
                  <a:lnTo>
                    <a:pt x="2588" y="1738"/>
                  </a:lnTo>
                  <a:lnTo>
                    <a:pt x="2588" y="1467"/>
                  </a:lnTo>
                  <a:lnTo>
                    <a:pt x="2549" y="1197"/>
                  </a:lnTo>
                  <a:lnTo>
                    <a:pt x="2472" y="965"/>
                  </a:lnTo>
                  <a:lnTo>
                    <a:pt x="2356" y="772"/>
                  </a:lnTo>
                  <a:lnTo>
                    <a:pt x="2201" y="579"/>
                  </a:lnTo>
                  <a:lnTo>
                    <a:pt x="2047" y="425"/>
                  </a:lnTo>
                  <a:lnTo>
                    <a:pt x="1738" y="155"/>
                  </a:lnTo>
                  <a:lnTo>
                    <a:pt x="1468" y="39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DB74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9"/>
            <p:cNvSpPr/>
            <p:nvPr/>
          </p:nvSpPr>
          <p:spPr>
            <a:xfrm>
              <a:off x="4967338" y="2467826"/>
              <a:ext cx="76265" cy="16423"/>
            </a:xfrm>
            <a:custGeom>
              <a:avLst/>
              <a:gdLst/>
              <a:ahLst/>
              <a:cxnLst/>
              <a:rect l="l" t="t" r="r" b="b"/>
              <a:pathLst>
                <a:path w="1082" h="233" extrusionOk="0">
                  <a:moveTo>
                    <a:pt x="0" y="1"/>
                  </a:moveTo>
                  <a:lnTo>
                    <a:pt x="0" y="78"/>
                  </a:lnTo>
                  <a:lnTo>
                    <a:pt x="386" y="116"/>
                  </a:lnTo>
                  <a:lnTo>
                    <a:pt x="734" y="155"/>
                  </a:lnTo>
                  <a:lnTo>
                    <a:pt x="1043" y="232"/>
                  </a:lnTo>
                  <a:lnTo>
                    <a:pt x="1081" y="155"/>
                  </a:lnTo>
                  <a:lnTo>
                    <a:pt x="734" y="78"/>
                  </a:lnTo>
                  <a:lnTo>
                    <a:pt x="386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9"/>
            <p:cNvSpPr/>
            <p:nvPr/>
          </p:nvSpPr>
          <p:spPr>
            <a:xfrm>
              <a:off x="4989048" y="2503209"/>
              <a:ext cx="54555" cy="21850"/>
            </a:xfrm>
            <a:custGeom>
              <a:avLst/>
              <a:gdLst/>
              <a:ahLst/>
              <a:cxnLst/>
              <a:rect l="l" t="t" r="r" b="b"/>
              <a:pathLst>
                <a:path w="774" h="310" extrusionOk="0">
                  <a:moveTo>
                    <a:pt x="1" y="1"/>
                  </a:moveTo>
                  <a:lnTo>
                    <a:pt x="1" y="78"/>
                  </a:lnTo>
                  <a:lnTo>
                    <a:pt x="735" y="310"/>
                  </a:lnTo>
                  <a:lnTo>
                    <a:pt x="773" y="232"/>
                  </a:lnTo>
                  <a:lnTo>
                    <a:pt x="271" y="7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9"/>
            <p:cNvSpPr/>
            <p:nvPr/>
          </p:nvSpPr>
          <p:spPr>
            <a:xfrm>
              <a:off x="4719655" y="2195685"/>
              <a:ext cx="329376" cy="334804"/>
            </a:xfrm>
            <a:custGeom>
              <a:avLst/>
              <a:gdLst/>
              <a:ahLst/>
              <a:cxnLst/>
              <a:rect l="l" t="t" r="r" b="b"/>
              <a:pathLst>
                <a:path w="4673" h="4750" extrusionOk="0">
                  <a:moveTo>
                    <a:pt x="1159" y="0"/>
                  </a:moveTo>
                  <a:lnTo>
                    <a:pt x="0" y="4750"/>
                  </a:lnTo>
                  <a:lnTo>
                    <a:pt x="77" y="4750"/>
                  </a:lnTo>
                  <a:lnTo>
                    <a:pt x="1236" y="116"/>
                  </a:lnTo>
                  <a:lnTo>
                    <a:pt x="4673" y="1274"/>
                  </a:lnTo>
                  <a:lnTo>
                    <a:pt x="4673" y="1197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9"/>
            <p:cNvSpPr/>
            <p:nvPr/>
          </p:nvSpPr>
          <p:spPr>
            <a:xfrm>
              <a:off x="5084343" y="2122169"/>
              <a:ext cx="95366" cy="163384"/>
            </a:xfrm>
            <a:custGeom>
              <a:avLst/>
              <a:gdLst/>
              <a:ahLst/>
              <a:cxnLst/>
              <a:rect l="l" t="t" r="r" b="b"/>
              <a:pathLst>
                <a:path w="1353" h="2318" extrusionOk="0">
                  <a:moveTo>
                    <a:pt x="1275" y="1"/>
                  </a:moveTo>
                  <a:lnTo>
                    <a:pt x="0" y="2279"/>
                  </a:lnTo>
                  <a:lnTo>
                    <a:pt x="78" y="2317"/>
                  </a:lnTo>
                  <a:lnTo>
                    <a:pt x="1352" y="39"/>
                  </a:lnTo>
                  <a:lnTo>
                    <a:pt x="12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9"/>
            <p:cNvSpPr/>
            <p:nvPr/>
          </p:nvSpPr>
          <p:spPr>
            <a:xfrm>
              <a:off x="4812201" y="2266451"/>
              <a:ext cx="187843" cy="87119"/>
            </a:xfrm>
            <a:custGeom>
              <a:avLst/>
              <a:gdLst/>
              <a:ahLst/>
              <a:cxnLst/>
              <a:rect l="l" t="t" r="r" b="b"/>
              <a:pathLst>
                <a:path w="2665" h="1236" extrusionOk="0">
                  <a:moveTo>
                    <a:pt x="116" y="0"/>
                  </a:moveTo>
                  <a:lnTo>
                    <a:pt x="0" y="502"/>
                  </a:lnTo>
                  <a:lnTo>
                    <a:pt x="2549" y="1236"/>
                  </a:lnTo>
                  <a:lnTo>
                    <a:pt x="2664" y="695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9"/>
            <p:cNvSpPr/>
            <p:nvPr/>
          </p:nvSpPr>
          <p:spPr>
            <a:xfrm>
              <a:off x="5081594" y="2130345"/>
              <a:ext cx="73586" cy="141604"/>
            </a:xfrm>
            <a:custGeom>
              <a:avLst/>
              <a:gdLst/>
              <a:ahLst/>
              <a:cxnLst/>
              <a:rect l="l" t="t" r="r" b="b"/>
              <a:pathLst>
                <a:path w="1044" h="2009" extrusionOk="0">
                  <a:moveTo>
                    <a:pt x="1005" y="0"/>
                  </a:moveTo>
                  <a:lnTo>
                    <a:pt x="1" y="2008"/>
                  </a:lnTo>
                  <a:lnTo>
                    <a:pt x="39" y="2008"/>
                  </a:lnTo>
                  <a:lnTo>
                    <a:pt x="1043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9"/>
            <p:cNvSpPr/>
            <p:nvPr/>
          </p:nvSpPr>
          <p:spPr>
            <a:xfrm>
              <a:off x="4833911" y="2195685"/>
              <a:ext cx="223296" cy="78943"/>
            </a:xfrm>
            <a:custGeom>
              <a:avLst/>
              <a:gdLst/>
              <a:ahLst/>
              <a:cxnLst/>
              <a:rect l="l" t="t" r="r" b="b"/>
              <a:pathLst>
                <a:path w="3168" h="1120" extrusionOk="0">
                  <a:moveTo>
                    <a:pt x="1" y="0"/>
                  </a:moveTo>
                  <a:lnTo>
                    <a:pt x="1" y="39"/>
                  </a:lnTo>
                  <a:lnTo>
                    <a:pt x="3167" y="1120"/>
                  </a:lnTo>
                  <a:lnTo>
                    <a:pt x="3167" y="10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9"/>
            <p:cNvSpPr/>
            <p:nvPr/>
          </p:nvSpPr>
          <p:spPr>
            <a:xfrm>
              <a:off x="5487164" y="2598505"/>
              <a:ext cx="35454" cy="57234"/>
            </a:xfrm>
            <a:custGeom>
              <a:avLst/>
              <a:gdLst/>
              <a:ahLst/>
              <a:cxnLst/>
              <a:rect l="l" t="t" r="r" b="b"/>
              <a:pathLst>
                <a:path w="503" h="812" extrusionOk="0">
                  <a:moveTo>
                    <a:pt x="78" y="0"/>
                  </a:moveTo>
                  <a:lnTo>
                    <a:pt x="0" y="39"/>
                  </a:lnTo>
                  <a:lnTo>
                    <a:pt x="425" y="811"/>
                  </a:lnTo>
                  <a:lnTo>
                    <a:pt x="502" y="77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39"/>
          <p:cNvSpPr/>
          <p:nvPr/>
        </p:nvSpPr>
        <p:spPr>
          <a:xfrm>
            <a:off x="6602893" y="1898084"/>
            <a:ext cx="125240" cy="174774"/>
          </a:xfrm>
          <a:custGeom>
            <a:avLst/>
            <a:gdLst/>
            <a:ahLst/>
            <a:cxnLst/>
            <a:rect l="l" t="t" r="r" b="b"/>
            <a:pathLst>
              <a:path w="2048" h="2858" extrusionOk="0">
                <a:moveTo>
                  <a:pt x="1352" y="0"/>
                </a:moveTo>
                <a:lnTo>
                  <a:pt x="1043" y="77"/>
                </a:lnTo>
                <a:lnTo>
                  <a:pt x="811" y="193"/>
                </a:lnTo>
                <a:lnTo>
                  <a:pt x="580" y="348"/>
                </a:lnTo>
                <a:lnTo>
                  <a:pt x="387" y="541"/>
                </a:lnTo>
                <a:lnTo>
                  <a:pt x="232" y="734"/>
                </a:lnTo>
                <a:lnTo>
                  <a:pt x="116" y="1004"/>
                </a:lnTo>
                <a:lnTo>
                  <a:pt x="39" y="1274"/>
                </a:lnTo>
                <a:lnTo>
                  <a:pt x="0" y="1545"/>
                </a:lnTo>
                <a:lnTo>
                  <a:pt x="0" y="1738"/>
                </a:lnTo>
                <a:lnTo>
                  <a:pt x="39" y="1931"/>
                </a:lnTo>
                <a:lnTo>
                  <a:pt x="194" y="2278"/>
                </a:lnTo>
                <a:lnTo>
                  <a:pt x="387" y="2587"/>
                </a:lnTo>
                <a:lnTo>
                  <a:pt x="657" y="2858"/>
                </a:lnTo>
                <a:lnTo>
                  <a:pt x="1236" y="2510"/>
                </a:lnTo>
                <a:lnTo>
                  <a:pt x="1661" y="2201"/>
                </a:lnTo>
                <a:lnTo>
                  <a:pt x="1854" y="2047"/>
                </a:lnTo>
                <a:lnTo>
                  <a:pt x="1970" y="1892"/>
                </a:lnTo>
                <a:lnTo>
                  <a:pt x="2008" y="1738"/>
                </a:lnTo>
                <a:lnTo>
                  <a:pt x="2047" y="1583"/>
                </a:lnTo>
                <a:lnTo>
                  <a:pt x="1970" y="1236"/>
                </a:lnTo>
                <a:lnTo>
                  <a:pt x="1815" y="850"/>
                </a:lnTo>
                <a:lnTo>
                  <a:pt x="1584" y="425"/>
                </a:lnTo>
                <a:lnTo>
                  <a:pt x="1352" y="0"/>
                </a:lnTo>
                <a:close/>
              </a:path>
            </a:pathLst>
          </a:custGeom>
          <a:solidFill>
            <a:srgbClr val="144356">
              <a:alpha val="37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9"/>
          <p:cNvSpPr/>
          <p:nvPr/>
        </p:nvSpPr>
        <p:spPr>
          <a:xfrm>
            <a:off x="5408038" y="3300728"/>
            <a:ext cx="68552" cy="96866"/>
          </a:xfrm>
          <a:custGeom>
            <a:avLst/>
            <a:gdLst/>
            <a:ahLst/>
            <a:cxnLst/>
            <a:rect l="l" t="t" r="r" b="b"/>
            <a:pathLst>
              <a:path w="1121" h="1584" extrusionOk="0">
                <a:moveTo>
                  <a:pt x="1120" y="0"/>
                </a:moveTo>
                <a:lnTo>
                  <a:pt x="773" y="270"/>
                </a:lnTo>
                <a:lnTo>
                  <a:pt x="580" y="425"/>
                </a:lnTo>
                <a:lnTo>
                  <a:pt x="425" y="579"/>
                </a:lnTo>
                <a:lnTo>
                  <a:pt x="232" y="811"/>
                </a:lnTo>
                <a:lnTo>
                  <a:pt x="116" y="1043"/>
                </a:lnTo>
                <a:lnTo>
                  <a:pt x="39" y="1313"/>
                </a:lnTo>
                <a:lnTo>
                  <a:pt x="0" y="1583"/>
                </a:lnTo>
                <a:lnTo>
                  <a:pt x="1043" y="1583"/>
                </a:lnTo>
                <a:lnTo>
                  <a:pt x="1120" y="0"/>
                </a:lnTo>
                <a:close/>
              </a:path>
            </a:pathLst>
          </a:custGeom>
          <a:solidFill>
            <a:srgbClr val="144356">
              <a:alpha val="213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4" name="Google Shape;584;p39"/>
          <p:cNvGrpSpPr/>
          <p:nvPr/>
        </p:nvGrpSpPr>
        <p:grpSpPr>
          <a:xfrm>
            <a:off x="5183670" y="1064521"/>
            <a:ext cx="1544464" cy="2333073"/>
            <a:chOff x="5183670" y="1064521"/>
            <a:chExt cx="1544464" cy="2333073"/>
          </a:xfrm>
        </p:grpSpPr>
        <p:sp>
          <p:nvSpPr>
            <p:cNvPr id="585" name="Google Shape;585;p39"/>
            <p:cNvSpPr/>
            <p:nvPr/>
          </p:nvSpPr>
          <p:spPr>
            <a:xfrm>
              <a:off x="5849307" y="1518422"/>
              <a:ext cx="465248" cy="821030"/>
            </a:xfrm>
            <a:custGeom>
              <a:avLst/>
              <a:gdLst/>
              <a:ahLst/>
              <a:cxnLst/>
              <a:rect l="l" t="t" r="r" b="b"/>
              <a:pathLst>
                <a:path w="7608" h="13323" extrusionOk="0">
                  <a:moveTo>
                    <a:pt x="7299" y="1"/>
                  </a:moveTo>
                  <a:lnTo>
                    <a:pt x="5754" y="194"/>
                  </a:lnTo>
                  <a:lnTo>
                    <a:pt x="4789" y="310"/>
                  </a:lnTo>
                  <a:lnTo>
                    <a:pt x="3476" y="503"/>
                  </a:lnTo>
                  <a:lnTo>
                    <a:pt x="1507" y="850"/>
                  </a:lnTo>
                  <a:lnTo>
                    <a:pt x="1391" y="1236"/>
                  </a:lnTo>
                  <a:lnTo>
                    <a:pt x="1275" y="1777"/>
                  </a:lnTo>
                  <a:lnTo>
                    <a:pt x="1120" y="2511"/>
                  </a:lnTo>
                  <a:lnTo>
                    <a:pt x="1005" y="3360"/>
                  </a:lnTo>
                  <a:lnTo>
                    <a:pt x="734" y="5368"/>
                  </a:lnTo>
                  <a:lnTo>
                    <a:pt x="503" y="7531"/>
                  </a:lnTo>
                  <a:lnTo>
                    <a:pt x="155" y="11469"/>
                  </a:lnTo>
                  <a:lnTo>
                    <a:pt x="1" y="13207"/>
                  </a:lnTo>
                  <a:lnTo>
                    <a:pt x="7608" y="13323"/>
                  </a:lnTo>
                  <a:lnTo>
                    <a:pt x="7608" y="13323"/>
                  </a:lnTo>
                  <a:lnTo>
                    <a:pt x="7569" y="10504"/>
                  </a:lnTo>
                  <a:lnTo>
                    <a:pt x="7453" y="5986"/>
                  </a:lnTo>
                  <a:lnTo>
                    <a:pt x="72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5851957" y="1513227"/>
              <a:ext cx="465248" cy="821030"/>
            </a:xfrm>
            <a:custGeom>
              <a:avLst/>
              <a:gdLst/>
              <a:ahLst/>
              <a:cxnLst/>
              <a:rect l="l" t="t" r="r" b="b"/>
              <a:pathLst>
                <a:path w="7608" h="13323" extrusionOk="0">
                  <a:moveTo>
                    <a:pt x="7299" y="1"/>
                  </a:moveTo>
                  <a:lnTo>
                    <a:pt x="5754" y="194"/>
                  </a:lnTo>
                  <a:lnTo>
                    <a:pt x="4789" y="310"/>
                  </a:lnTo>
                  <a:lnTo>
                    <a:pt x="3476" y="503"/>
                  </a:lnTo>
                  <a:lnTo>
                    <a:pt x="1507" y="850"/>
                  </a:lnTo>
                  <a:lnTo>
                    <a:pt x="1391" y="1236"/>
                  </a:lnTo>
                  <a:lnTo>
                    <a:pt x="1275" y="1777"/>
                  </a:lnTo>
                  <a:lnTo>
                    <a:pt x="1120" y="2511"/>
                  </a:lnTo>
                  <a:lnTo>
                    <a:pt x="1005" y="3360"/>
                  </a:lnTo>
                  <a:lnTo>
                    <a:pt x="734" y="5368"/>
                  </a:lnTo>
                  <a:lnTo>
                    <a:pt x="503" y="7531"/>
                  </a:lnTo>
                  <a:lnTo>
                    <a:pt x="155" y="11469"/>
                  </a:lnTo>
                  <a:lnTo>
                    <a:pt x="1" y="13207"/>
                  </a:lnTo>
                  <a:lnTo>
                    <a:pt x="7608" y="13323"/>
                  </a:lnTo>
                  <a:lnTo>
                    <a:pt x="7608" y="13323"/>
                  </a:lnTo>
                  <a:lnTo>
                    <a:pt x="7569" y="10504"/>
                  </a:lnTo>
                  <a:lnTo>
                    <a:pt x="7453" y="5986"/>
                  </a:lnTo>
                  <a:lnTo>
                    <a:pt x="72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5578041" y="2981942"/>
              <a:ext cx="167741" cy="141751"/>
            </a:xfrm>
            <a:custGeom>
              <a:avLst/>
              <a:gdLst/>
              <a:ahLst/>
              <a:cxnLst/>
              <a:rect l="l" t="t" r="r" b="b"/>
              <a:pathLst>
                <a:path w="2743" h="2318" extrusionOk="0">
                  <a:moveTo>
                    <a:pt x="2240" y="0"/>
                  </a:moveTo>
                  <a:lnTo>
                    <a:pt x="1" y="1120"/>
                  </a:lnTo>
                  <a:lnTo>
                    <a:pt x="503" y="2317"/>
                  </a:lnTo>
                  <a:lnTo>
                    <a:pt x="2742" y="1004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5346641" y="2268788"/>
              <a:ext cx="654148" cy="807641"/>
            </a:xfrm>
            <a:custGeom>
              <a:avLst/>
              <a:gdLst/>
              <a:ahLst/>
              <a:cxnLst/>
              <a:rect l="l" t="t" r="r" b="b"/>
              <a:pathLst>
                <a:path w="10697" h="13207" extrusionOk="0">
                  <a:moveTo>
                    <a:pt x="1545" y="1"/>
                  </a:moveTo>
                  <a:lnTo>
                    <a:pt x="1313" y="39"/>
                  </a:lnTo>
                  <a:lnTo>
                    <a:pt x="1120" y="116"/>
                  </a:lnTo>
                  <a:lnTo>
                    <a:pt x="927" y="194"/>
                  </a:lnTo>
                  <a:lnTo>
                    <a:pt x="734" y="309"/>
                  </a:lnTo>
                  <a:lnTo>
                    <a:pt x="580" y="464"/>
                  </a:lnTo>
                  <a:lnTo>
                    <a:pt x="464" y="618"/>
                  </a:lnTo>
                  <a:lnTo>
                    <a:pt x="348" y="811"/>
                  </a:lnTo>
                  <a:lnTo>
                    <a:pt x="232" y="1043"/>
                  </a:lnTo>
                  <a:lnTo>
                    <a:pt x="116" y="1545"/>
                  </a:lnTo>
                  <a:lnTo>
                    <a:pt x="39" y="2086"/>
                  </a:lnTo>
                  <a:lnTo>
                    <a:pt x="0" y="2742"/>
                  </a:lnTo>
                  <a:lnTo>
                    <a:pt x="39" y="3437"/>
                  </a:lnTo>
                  <a:lnTo>
                    <a:pt x="78" y="4171"/>
                  </a:lnTo>
                  <a:lnTo>
                    <a:pt x="193" y="4905"/>
                  </a:lnTo>
                  <a:lnTo>
                    <a:pt x="348" y="5677"/>
                  </a:lnTo>
                  <a:lnTo>
                    <a:pt x="502" y="6449"/>
                  </a:lnTo>
                  <a:lnTo>
                    <a:pt x="927" y="7955"/>
                  </a:lnTo>
                  <a:lnTo>
                    <a:pt x="1352" y="9307"/>
                  </a:lnTo>
                  <a:lnTo>
                    <a:pt x="2819" y="13207"/>
                  </a:lnTo>
                  <a:lnTo>
                    <a:pt x="3398" y="13014"/>
                  </a:lnTo>
                  <a:lnTo>
                    <a:pt x="4634" y="12550"/>
                  </a:lnTo>
                  <a:lnTo>
                    <a:pt x="5368" y="12241"/>
                  </a:lnTo>
                  <a:lnTo>
                    <a:pt x="5986" y="11932"/>
                  </a:lnTo>
                  <a:lnTo>
                    <a:pt x="6526" y="11662"/>
                  </a:lnTo>
                  <a:lnTo>
                    <a:pt x="6719" y="11546"/>
                  </a:lnTo>
                  <a:lnTo>
                    <a:pt x="6835" y="11392"/>
                  </a:lnTo>
                  <a:lnTo>
                    <a:pt x="6295" y="9886"/>
                  </a:lnTo>
                  <a:lnTo>
                    <a:pt x="5870" y="8496"/>
                  </a:lnTo>
                  <a:lnTo>
                    <a:pt x="5522" y="7299"/>
                  </a:lnTo>
                  <a:lnTo>
                    <a:pt x="5252" y="6295"/>
                  </a:lnTo>
                  <a:lnTo>
                    <a:pt x="4982" y="4943"/>
                  </a:lnTo>
                  <a:lnTo>
                    <a:pt x="4904" y="4441"/>
                  </a:lnTo>
                  <a:lnTo>
                    <a:pt x="10697" y="2047"/>
                  </a:lnTo>
                  <a:lnTo>
                    <a:pt x="10079" y="580"/>
                  </a:lnTo>
                  <a:lnTo>
                    <a:pt x="9113" y="464"/>
                  </a:lnTo>
                  <a:lnTo>
                    <a:pt x="6797" y="271"/>
                  </a:lnTo>
                  <a:lnTo>
                    <a:pt x="5406" y="155"/>
                  </a:lnTo>
                  <a:lnTo>
                    <a:pt x="4016" y="78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5346641" y="2268788"/>
              <a:ext cx="654148" cy="807641"/>
            </a:xfrm>
            <a:custGeom>
              <a:avLst/>
              <a:gdLst/>
              <a:ahLst/>
              <a:cxnLst/>
              <a:rect l="l" t="t" r="r" b="b"/>
              <a:pathLst>
                <a:path w="10697" h="13207" fill="none" extrusionOk="0">
                  <a:moveTo>
                    <a:pt x="10079" y="580"/>
                  </a:moveTo>
                  <a:lnTo>
                    <a:pt x="10079" y="580"/>
                  </a:lnTo>
                  <a:lnTo>
                    <a:pt x="9113" y="464"/>
                  </a:lnTo>
                  <a:lnTo>
                    <a:pt x="6797" y="271"/>
                  </a:lnTo>
                  <a:lnTo>
                    <a:pt x="5406" y="155"/>
                  </a:lnTo>
                  <a:lnTo>
                    <a:pt x="4016" y="78"/>
                  </a:lnTo>
                  <a:lnTo>
                    <a:pt x="2703" y="1"/>
                  </a:lnTo>
                  <a:lnTo>
                    <a:pt x="1545" y="1"/>
                  </a:lnTo>
                  <a:lnTo>
                    <a:pt x="1545" y="1"/>
                  </a:lnTo>
                  <a:lnTo>
                    <a:pt x="1313" y="39"/>
                  </a:lnTo>
                  <a:lnTo>
                    <a:pt x="1120" y="116"/>
                  </a:lnTo>
                  <a:lnTo>
                    <a:pt x="927" y="194"/>
                  </a:lnTo>
                  <a:lnTo>
                    <a:pt x="734" y="309"/>
                  </a:lnTo>
                  <a:lnTo>
                    <a:pt x="580" y="464"/>
                  </a:lnTo>
                  <a:lnTo>
                    <a:pt x="464" y="618"/>
                  </a:lnTo>
                  <a:lnTo>
                    <a:pt x="348" y="811"/>
                  </a:lnTo>
                  <a:lnTo>
                    <a:pt x="232" y="1043"/>
                  </a:lnTo>
                  <a:lnTo>
                    <a:pt x="116" y="1545"/>
                  </a:lnTo>
                  <a:lnTo>
                    <a:pt x="39" y="2086"/>
                  </a:lnTo>
                  <a:lnTo>
                    <a:pt x="0" y="2742"/>
                  </a:lnTo>
                  <a:lnTo>
                    <a:pt x="39" y="3437"/>
                  </a:lnTo>
                  <a:lnTo>
                    <a:pt x="78" y="4171"/>
                  </a:lnTo>
                  <a:lnTo>
                    <a:pt x="193" y="4905"/>
                  </a:lnTo>
                  <a:lnTo>
                    <a:pt x="348" y="5677"/>
                  </a:lnTo>
                  <a:lnTo>
                    <a:pt x="502" y="6449"/>
                  </a:lnTo>
                  <a:lnTo>
                    <a:pt x="927" y="7955"/>
                  </a:lnTo>
                  <a:lnTo>
                    <a:pt x="1352" y="9307"/>
                  </a:lnTo>
                  <a:lnTo>
                    <a:pt x="1352" y="9307"/>
                  </a:lnTo>
                  <a:lnTo>
                    <a:pt x="2819" y="13207"/>
                  </a:lnTo>
                  <a:lnTo>
                    <a:pt x="2819" y="13207"/>
                  </a:lnTo>
                  <a:lnTo>
                    <a:pt x="3398" y="13014"/>
                  </a:lnTo>
                  <a:lnTo>
                    <a:pt x="4634" y="12550"/>
                  </a:lnTo>
                  <a:lnTo>
                    <a:pt x="5368" y="12241"/>
                  </a:lnTo>
                  <a:lnTo>
                    <a:pt x="5986" y="11932"/>
                  </a:lnTo>
                  <a:lnTo>
                    <a:pt x="6526" y="11662"/>
                  </a:lnTo>
                  <a:lnTo>
                    <a:pt x="6719" y="11546"/>
                  </a:lnTo>
                  <a:lnTo>
                    <a:pt x="6835" y="11392"/>
                  </a:lnTo>
                  <a:lnTo>
                    <a:pt x="6835" y="11392"/>
                  </a:lnTo>
                  <a:lnTo>
                    <a:pt x="6295" y="9886"/>
                  </a:lnTo>
                  <a:lnTo>
                    <a:pt x="5870" y="8496"/>
                  </a:lnTo>
                  <a:lnTo>
                    <a:pt x="5522" y="7299"/>
                  </a:lnTo>
                  <a:lnTo>
                    <a:pt x="5252" y="6295"/>
                  </a:lnTo>
                  <a:lnTo>
                    <a:pt x="4982" y="4943"/>
                  </a:lnTo>
                  <a:lnTo>
                    <a:pt x="4904" y="4441"/>
                  </a:lnTo>
                  <a:lnTo>
                    <a:pt x="10697" y="2047"/>
                  </a:lnTo>
                  <a:lnTo>
                    <a:pt x="10079" y="58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5344484" y="2268788"/>
              <a:ext cx="654148" cy="807641"/>
            </a:xfrm>
            <a:custGeom>
              <a:avLst/>
              <a:gdLst/>
              <a:ahLst/>
              <a:cxnLst/>
              <a:rect l="l" t="t" r="r" b="b"/>
              <a:pathLst>
                <a:path w="10697" h="13207" extrusionOk="0">
                  <a:moveTo>
                    <a:pt x="1545" y="1"/>
                  </a:moveTo>
                  <a:lnTo>
                    <a:pt x="1313" y="39"/>
                  </a:lnTo>
                  <a:lnTo>
                    <a:pt x="1120" y="116"/>
                  </a:lnTo>
                  <a:lnTo>
                    <a:pt x="927" y="194"/>
                  </a:lnTo>
                  <a:lnTo>
                    <a:pt x="734" y="309"/>
                  </a:lnTo>
                  <a:lnTo>
                    <a:pt x="580" y="464"/>
                  </a:lnTo>
                  <a:lnTo>
                    <a:pt x="464" y="618"/>
                  </a:lnTo>
                  <a:lnTo>
                    <a:pt x="348" y="811"/>
                  </a:lnTo>
                  <a:lnTo>
                    <a:pt x="232" y="1043"/>
                  </a:lnTo>
                  <a:lnTo>
                    <a:pt x="116" y="1545"/>
                  </a:lnTo>
                  <a:lnTo>
                    <a:pt x="39" y="2086"/>
                  </a:lnTo>
                  <a:lnTo>
                    <a:pt x="0" y="2742"/>
                  </a:lnTo>
                  <a:lnTo>
                    <a:pt x="39" y="3437"/>
                  </a:lnTo>
                  <a:lnTo>
                    <a:pt x="78" y="4171"/>
                  </a:lnTo>
                  <a:lnTo>
                    <a:pt x="193" y="4905"/>
                  </a:lnTo>
                  <a:lnTo>
                    <a:pt x="348" y="5677"/>
                  </a:lnTo>
                  <a:lnTo>
                    <a:pt x="502" y="6449"/>
                  </a:lnTo>
                  <a:lnTo>
                    <a:pt x="927" y="7955"/>
                  </a:lnTo>
                  <a:lnTo>
                    <a:pt x="1352" y="9307"/>
                  </a:lnTo>
                  <a:lnTo>
                    <a:pt x="2819" y="13207"/>
                  </a:lnTo>
                  <a:lnTo>
                    <a:pt x="3398" y="13014"/>
                  </a:lnTo>
                  <a:lnTo>
                    <a:pt x="4634" y="12550"/>
                  </a:lnTo>
                  <a:lnTo>
                    <a:pt x="5368" y="12241"/>
                  </a:lnTo>
                  <a:lnTo>
                    <a:pt x="5986" y="11932"/>
                  </a:lnTo>
                  <a:lnTo>
                    <a:pt x="6526" y="11662"/>
                  </a:lnTo>
                  <a:lnTo>
                    <a:pt x="6719" y="11546"/>
                  </a:lnTo>
                  <a:lnTo>
                    <a:pt x="6835" y="11392"/>
                  </a:lnTo>
                  <a:lnTo>
                    <a:pt x="6295" y="9886"/>
                  </a:lnTo>
                  <a:lnTo>
                    <a:pt x="5870" y="8496"/>
                  </a:lnTo>
                  <a:lnTo>
                    <a:pt x="5522" y="7299"/>
                  </a:lnTo>
                  <a:lnTo>
                    <a:pt x="5252" y="6295"/>
                  </a:lnTo>
                  <a:lnTo>
                    <a:pt x="4982" y="4943"/>
                  </a:lnTo>
                  <a:lnTo>
                    <a:pt x="4904" y="4441"/>
                  </a:lnTo>
                  <a:lnTo>
                    <a:pt x="10697" y="2047"/>
                  </a:lnTo>
                  <a:lnTo>
                    <a:pt x="10079" y="580"/>
                  </a:lnTo>
                  <a:lnTo>
                    <a:pt x="9113" y="464"/>
                  </a:lnTo>
                  <a:lnTo>
                    <a:pt x="6797" y="271"/>
                  </a:lnTo>
                  <a:lnTo>
                    <a:pt x="5406" y="155"/>
                  </a:lnTo>
                  <a:lnTo>
                    <a:pt x="4016" y="78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9"/>
            <p:cNvSpPr/>
            <p:nvPr/>
          </p:nvSpPr>
          <p:spPr>
            <a:xfrm>
              <a:off x="5781128" y="2318382"/>
              <a:ext cx="73261" cy="44947"/>
            </a:xfrm>
            <a:custGeom>
              <a:avLst/>
              <a:gdLst/>
              <a:ahLst/>
              <a:cxnLst/>
              <a:rect l="l" t="t" r="r" b="b"/>
              <a:pathLst>
                <a:path w="1198" h="735" extrusionOk="0">
                  <a:moveTo>
                    <a:pt x="1159" y="0"/>
                  </a:moveTo>
                  <a:lnTo>
                    <a:pt x="811" y="155"/>
                  </a:lnTo>
                  <a:lnTo>
                    <a:pt x="425" y="348"/>
                  </a:lnTo>
                  <a:lnTo>
                    <a:pt x="0" y="657"/>
                  </a:lnTo>
                  <a:lnTo>
                    <a:pt x="78" y="734"/>
                  </a:lnTo>
                  <a:lnTo>
                    <a:pt x="502" y="464"/>
                  </a:lnTo>
                  <a:lnTo>
                    <a:pt x="850" y="271"/>
                  </a:lnTo>
                  <a:lnTo>
                    <a:pt x="1120" y="155"/>
                  </a:lnTo>
                  <a:lnTo>
                    <a:pt x="1198" y="116"/>
                  </a:lnTo>
                  <a:lnTo>
                    <a:pt x="115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9"/>
            <p:cNvSpPr/>
            <p:nvPr/>
          </p:nvSpPr>
          <p:spPr>
            <a:xfrm>
              <a:off x="5542634" y="3043339"/>
              <a:ext cx="259776" cy="257452"/>
            </a:xfrm>
            <a:custGeom>
              <a:avLst/>
              <a:gdLst/>
              <a:ahLst/>
              <a:cxnLst/>
              <a:rect l="l" t="t" r="r" b="b"/>
              <a:pathLst>
                <a:path w="4248" h="4210" extrusionOk="0">
                  <a:moveTo>
                    <a:pt x="3321" y="0"/>
                  </a:moveTo>
                  <a:lnTo>
                    <a:pt x="1082" y="1313"/>
                  </a:lnTo>
                  <a:lnTo>
                    <a:pt x="811" y="1545"/>
                  </a:lnTo>
                  <a:lnTo>
                    <a:pt x="580" y="1738"/>
                  </a:lnTo>
                  <a:lnTo>
                    <a:pt x="387" y="1970"/>
                  </a:lnTo>
                  <a:lnTo>
                    <a:pt x="232" y="2201"/>
                  </a:lnTo>
                  <a:lnTo>
                    <a:pt x="155" y="2433"/>
                  </a:lnTo>
                  <a:lnTo>
                    <a:pt x="78" y="2665"/>
                  </a:lnTo>
                  <a:lnTo>
                    <a:pt x="39" y="2896"/>
                  </a:lnTo>
                  <a:lnTo>
                    <a:pt x="0" y="3128"/>
                  </a:lnTo>
                  <a:lnTo>
                    <a:pt x="39" y="3553"/>
                  </a:lnTo>
                  <a:lnTo>
                    <a:pt x="116" y="3900"/>
                  </a:lnTo>
                  <a:lnTo>
                    <a:pt x="193" y="4209"/>
                  </a:lnTo>
                  <a:lnTo>
                    <a:pt x="4248" y="1776"/>
                  </a:lnTo>
                  <a:lnTo>
                    <a:pt x="33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5542634" y="3140143"/>
              <a:ext cx="160648" cy="160648"/>
            </a:xfrm>
            <a:custGeom>
              <a:avLst/>
              <a:gdLst/>
              <a:ahLst/>
              <a:cxnLst/>
              <a:rect l="l" t="t" r="r" b="b"/>
              <a:pathLst>
                <a:path w="2627" h="2627" extrusionOk="0">
                  <a:moveTo>
                    <a:pt x="734" y="0"/>
                  </a:moveTo>
                  <a:lnTo>
                    <a:pt x="502" y="193"/>
                  </a:lnTo>
                  <a:lnTo>
                    <a:pt x="348" y="425"/>
                  </a:lnTo>
                  <a:lnTo>
                    <a:pt x="232" y="618"/>
                  </a:lnTo>
                  <a:lnTo>
                    <a:pt x="155" y="850"/>
                  </a:lnTo>
                  <a:lnTo>
                    <a:pt x="78" y="1082"/>
                  </a:lnTo>
                  <a:lnTo>
                    <a:pt x="39" y="1275"/>
                  </a:lnTo>
                  <a:lnTo>
                    <a:pt x="0" y="1699"/>
                  </a:lnTo>
                  <a:lnTo>
                    <a:pt x="39" y="2047"/>
                  </a:lnTo>
                  <a:lnTo>
                    <a:pt x="116" y="2356"/>
                  </a:lnTo>
                  <a:lnTo>
                    <a:pt x="193" y="2626"/>
                  </a:lnTo>
                  <a:lnTo>
                    <a:pt x="2626" y="1197"/>
                  </a:lnTo>
                  <a:lnTo>
                    <a:pt x="2356" y="811"/>
                  </a:lnTo>
                  <a:lnTo>
                    <a:pt x="2086" y="502"/>
                  </a:lnTo>
                  <a:lnTo>
                    <a:pt x="1815" y="271"/>
                  </a:lnTo>
                  <a:lnTo>
                    <a:pt x="1584" y="116"/>
                  </a:lnTo>
                  <a:lnTo>
                    <a:pt x="1352" y="39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5736242" y="3066944"/>
              <a:ext cx="66167" cy="120470"/>
            </a:xfrm>
            <a:custGeom>
              <a:avLst/>
              <a:gdLst/>
              <a:ahLst/>
              <a:cxnLst/>
              <a:rect l="l" t="t" r="r" b="b"/>
              <a:pathLst>
                <a:path w="1082" h="1970" extrusionOk="0">
                  <a:moveTo>
                    <a:pt x="348" y="0"/>
                  </a:moveTo>
                  <a:lnTo>
                    <a:pt x="155" y="386"/>
                  </a:lnTo>
                  <a:lnTo>
                    <a:pt x="78" y="618"/>
                  </a:lnTo>
                  <a:lnTo>
                    <a:pt x="39" y="888"/>
                  </a:lnTo>
                  <a:lnTo>
                    <a:pt x="1" y="1120"/>
                  </a:lnTo>
                  <a:lnTo>
                    <a:pt x="1" y="1390"/>
                  </a:lnTo>
                  <a:lnTo>
                    <a:pt x="78" y="1661"/>
                  </a:lnTo>
                  <a:lnTo>
                    <a:pt x="155" y="1970"/>
                  </a:lnTo>
                  <a:lnTo>
                    <a:pt x="1082" y="139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5483561" y="2880369"/>
              <a:ext cx="281118" cy="196055"/>
            </a:xfrm>
            <a:custGeom>
              <a:avLst/>
              <a:gdLst/>
              <a:ahLst/>
              <a:cxnLst/>
              <a:rect l="l" t="t" r="r" b="b"/>
              <a:pathLst>
                <a:path w="4597" h="3206" extrusionOk="0">
                  <a:moveTo>
                    <a:pt x="4094" y="1"/>
                  </a:moveTo>
                  <a:lnTo>
                    <a:pt x="3322" y="348"/>
                  </a:lnTo>
                  <a:lnTo>
                    <a:pt x="2318" y="812"/>
                  </a:lnTo>
                  <a:lnTo>
                    <a:pt x="1159" y="1314"/>
                  </a:lnTo>
                  <a:lnTo>
                    <a:pt x="580" y="1507"/>
                  </a:lnTo>
                  <a:lnTo>
                    <a:pt x="1" y="1700"/>
                  </a:lnTo>
                  <a:lnTo>
                    <a:pt x="580" y="3206"/>
                  </a:lnTo>
                  <a:lnTo>
                    <a:pt x="1159" y="3013"/>
                  </a:lnTo>
                  <a:lnTo>
                    <a:pt x="2395" y="2549"/>
                  </a:lnTo>
                  <a:lnTo>
                    <a:pt x="3129" y="2240"/>
                  </a:lnTo>
                  <a:lnTo>
                    <a:pt x="3747" y="1931"/>
                  </a:lnTo>
                  <a:lnTo>
                    <a:pt x="4287" y="1661"/>
                  </a:lnTo>
                  <a:lnTo>
                    <a:pt x="4480" y="1545"/>
                  </a:lnTo>
                  <a:lnTo>
                    <a:pt x="4596" y="1391"/>
                  </a:lnTo>
                  <a:lnTo>
                    <a:pt x="409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5467050" y="1227430"/>
              <a:ext cx="248035" cy="196055"/>
            </a:xfrm>
            <a:custGeom>
              <a:avLst/>
              <a:gdLst/>
              <a:ahLst/>
              <a:cxnLst/>
              <a:rect l="l" t="t" r="r" b="b"/>
              <a:pathLst>
                <a:path w="4056" h="3206" extrusionOk="0">
                  <a:moveTo>
                    <a:pt x="271" y="0"/>
                  </a:moveTo>
                  <a:lnTo>
                    <a:pt x="1" y="1506"/>
                  </a:lnTo>
                  <a:lnTo>
                    <a:pt x="78" y="3205"/>
                  </a:lnTo>
                  <a:lnTo>
                    <a:pt x="4055" y="2588"/>
                  </a:lnTo>
                  <a:lnTo>
                    <a:pt x="3978" y="2086"/>
                  </a:lnTo>
                  <a:lnTo>
                    <a:pt x="850" y="2124"/>
                  </a:lnTo>
                  <a:lnTo>
                    <a:pt x="657" y="2163"/>
                  </a:lnTo>
                  <a:lnTo>
                    <a:pt x="503" y="2163"/>
                  </a:lnTo>
                  <a:lnTo>
                    <a:pt x="425" y="2124"/>
                  </a:lnTo>
                  <a:lnTo>
                    <a:pt x="387" y="2086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9"/>
            <p:cNvSpPr/>
            <p:nvPr/>
          </p:nvSpPr>
          <p:spPr>
            <a:xfrm>
              <a:off x="5457632" y="1378537"/>
              <a:ext cx="113377" cy="281057"/>
            </a:xfrm>
            <a:custGeom>
              <a:avLst/>
              <a:gdLst/>
              <a:ahLst/>
              <a:cxnLst/>
              <a:rect l="l" t="t" r="r" b="b"/>
              <a:pathLst>
                <a:path w="1854" h="4596" extrusionOk="0">
                  <a:moveTo>
                    <a:pt x="0" y="1"/>
                  </a:moveTo>
                  <a:lnTo>
                    <a:pt x="1081" y="4596"/>
                  </a:lnTo>
                  <a:lnTo>
                    <a:pt x="1854" y="4557"/>
                  </a:lnTo>
                  <a:lnTo>
                    <a:pt x="773" y="1"/>
                  </a:lnTo>
                  <a:lnTo>
                    <a:pt x="695" y="1"/>
                  </a:lnTo>
                  <a:lnTo>
                    <a:pt x="541" y="78"/>
                  </a:lnTo>
                  <a:lnTo>
                    <a:pt x="309" y="78"/>
                  </a:lnTo>
                  <a:lnTo>
                    <a:pt x="193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5504842" y="1378537"/>
              <a:ext cx="283442" cy="309432"/>
            </a:xfrm>
            <a:custGeom>
              <a:avLst/>
              <a:gdLst/>
              <a:ahLst/>
              <a:cxnLst/>
              <a:rect l="l" t="t" r="r" b="b"/>
              <a:pathLst>
                <a:path w="4635" h="5060" extrusionOk="0">
                  <a:moveTo>
                    <a:pt x="1" y="1"/>
                  </a:moveTo>
                  <a:lnTo>
                    <a:pt x="1082" y="4557"/>
                  </a:lnTo>
                  <a:lnTo>
                    <a:pt x="1854" y="4557"/>
                  </a:lnTo>
                  <a:lnTo>
                    <a:pt x="4634" y="5059"/>
                  </a:lnTo>
                  <a:lnTo>
                    <a:pt x="3708" y="1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5483561" y="1520226"/>
              <a:ext cx="205534" cy="257452"/>
            </a:xfrm>
            <a:custGeom>
              <a:avLst/>
              <a:gdLst/>
              <a:ahLst/>
              <a:cxnLst/>
              <a:rect l="l" t="t" r="r" b="b"/>
              <a:pathLst>
                <a:path w="3361" h="4210" extrusionOk="0">
                  <a:moveTo>
                    <a:pt x="542" y="1"/>
                  </a:moveTo>
                  <a:lnTo>
                    <a:pt x="464" y="78"/>
                  </a:lnTo>
                  <a:lnTo>
                    <a:pt x="426" y="194"/>
                  </a:lnTo>
                  <a:lnTo>
                    <a:pt x="426" y="387"/>
                  </a:lnTo>
                  <a:lnTo>
                    <a:pt x="387" y="425"/>
                  </a:lnTo>
                  <a:lnTo>
                    <a:pt x="233" y="503"/>
                  </a:lnTo>
                  <a:lnTo>
                    <a:pt x="194" y="580"/>
                  </a:lnTo>
                  <a:lnTo>
                    <a:pt x="117" y="657"/>
                  </a:lnTo>
                  <a:lnTo>
                    <a:pt x="78" y="773"/>
                  </a:lnTo>
                  <a:lnTo>
                    <a:pt x="78" y="927"/>
                  </a:lnTo>
                  <a:lnTo>
                    <a:pt x="1" y="1120"/>
                  </a:lnTo>
                  <a:lnTo>
                    <a:pt x="1" y="1352"/>
                  </a:lnTo>
                  <a:lnTo>
                    <a:pt x="40" y="1622"/>
                  </a:lnTo>
                  <a:lnTo>
                    <a:pt x="78" y="1931"/>
                  </a:lnTo>
                  <a:lnTo>
                    <a:pt x="233" y="2511"/>
                  </a:lnTo>
                  <a:lnTo>
                    <a:pt x="387" y="2897"/>
                  </a:lnTo>
                  <a:lnTo>
                    <a:pt x="464" y="3051"/>
                  </a:lnTo>
                  <a:lnTo>
                    <a:pt x="619" y="3167"/>
                  </a:lnTo>
                  <a:lnTo>
                    <a:pt x="966" y="3476"/>
                  </a:lnTo>
                  <a:lnTo>
                    <a:pt x="1353" y="3785"/>
                  </a:lnTo>
                  <a:lnTo>
                    <a:pt x="1507" y="3939"/>
                  </a:lnTo>
                  <a:lnTo>
                    <a:pt x="1584" y="4132"/>
                  </a:lnTo>
                  <a:lnTo>
                    <a:pt x="1893" y="4210"/>
                  </a:lnTo>
                  <a:lnTo>
                    <a:pt x="2202" y="4210"/>
                  </a:lnTo>
                  <a:lnTo>
                    <a:pt x="2511" y="4171"/>
                  </a:lnTo>
                  <a:lnTo>
                    <a:pt x="2781" y="4094"/>
                  </a:lnTo>
                  <a:lnTo>
                    <a:pt x="3013" y="3978"/>
                  </a:lnTo>
                  <a:lnTo>
                    <a:pt x="3206" y="3862"/>
                  </a:lnTo>
                  <a:lnTo>
                    <a:pt x="3322" y="3708"/>
                  </a:lnTo>
                  <a:lnTo>
                    <a:pt x="3360" y="3592"/>
                  </a:lnTo>
                  <a:lnTo>
                    <a:pt x="3322" y="3399"/>
                  </a:lnTo>
                  <a:lnTo>
                    <a:pt x="3245" y="3206"/>
                  </a:lnTo>
                  <a:lnTo>
                    <a:pt x="3129" y="2974"/>
                  </a:lnTo>
                  <a:lnTo>
                    <a:pt x="2974" y="2704"/>
                  </a:lnTo>
                  <a:lnTo>
                    <a:pt x="2743" y="2511"/>
                  </a:lnTo>
                  <a:lnTo>
                    <a:pt x="2511" y="2318"/>
                  </a:lnTo>
                  <a:lnTo>
                    <a:pt x="2357" y="2279"/>
                  </a:lnTo>
                  <a:lnTo>
                    <a:pt x="2202" y="2240"/>
                  </a:lnTo>
                  <a:lnTo>
                    <a:pt x="1893" y="889"/>
                  </a:lnTo>
                  <a:lnTo>
                    <a:pt x="1777" y="503"/>
                  </a:lnTo>
                  <a:lnTo>
                    <a:pt x="1700" y="387"/>
                  </a:lnTo>
                  <a:lnTo>
                    <a:pt x="1584" y="310"/>
                  </a:lnTo>
                  <a:lnTo>
                    <a:pt x="1314" y="310"/>
                  </a:lnTo>
                  <a:lnTo>
                    <a:pt x="1237" y="387"/>
                  </a:lnTo>
                  <a:lnTo>
                    <a:pt x="1198" y="464"/>
                  </a:lnTo>
                  <a:lnTo>
                    <a:pt x="1082" y="271"/>
                  </a:lnTo>
                  <a:lnTo>
                    <a:pt x="966" y="155"/>
                  </a:lnTo>
                  <a:lnTo>
                    <a:pt x="851" y="78"/>
                  </a:lnTo>
                  <a:lnTo>
                    <a:pt x="696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5320651" y="3196831"/>
              <a:ext cx="162971" cy="77969"/>
            </a:xfrm>
            <a:custGeom>
              <a:avLst/>
              <a:gdLst/>
              <a:ahLst/>
              <a:cxnLst/>
              <a:rect l="l" t="t" r="r" b="b"/>
              <a:pathLst>
                <a:path w="2665" h="1275" extrusionOk="0">
                  <a:moveTo>
                    <a:pt x="155" y="0"/>
                  </a:moveTo>
                  <a:lnTo>
                    <a:pt x="1" y="1274"/>
                  </a:lnTo>
                  <a:lnTo>
                    <a:pt x="2588" y="1274"/>
                  </a:lnTo>
                  <a:lnTo>
                    <a:pt x="2665" y="155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5320651" y="3196831"/>
              <a:ext cx="162971" cy="77969"/>
            </a:xfrm>
            <a:custGeom>
              <a:avLst/>
              <a:gdLst/>
              <a:ahLst/>
              <a:cxnLst/>
              <a:rect l="l" t="t" r="r" b="b"/>
              <a:pathLst>
                <a:path w="2665" h="1275" fill="none" extrusionOk="0">
                  <a:moveTo>
                    <a:pt x="2665" y="155"/>
                  </a:moveTo>
                  <a:lnTo>
                    <a:pt x="2588" y="1274"/>
                  </a:lnTo>
                  <a:lnTo>
                    <a:pt x="1" y="1274"/>
                  </a:lnTo>
                  <a:lnTo>
                    <a:pt x="155" y="0"/>
                  </a:lnTo>
                  <a:lnTo>
                    <a:pt x="2665" y="15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5580426" y="1565111"/>
              <a:ext cx="366059" cy="673044"/>
            </a:xfrm>
            <a:custGeom>
              <a:avLst/>
              <a:gdLst/>
              <a:ahLst/>
              <a:cxnLst/>
              <a:rect l="l" t="t" r="r" b="b"/>
              <a:pathLst>
                <a:path w="5986" h="11006" extrusionOk="0">
                  <a:moveTo>
                    <a:pt x="5986" y="0"/>
                  </a:moveTo>
                  <a:lnTo>
                    <a:pt x="5792" y="155"/>
                  </a:lnTo>
                  <a:lnTo>
                    <a:pt x="5522" y="348"/>
                  </a:lnTo>
                  <a:lnTo>
                    <a:pt x="5252" y="618"/>
                  </a:lnTo>
                  <a:lnTo>
                    <a:pt x="4904" y="966"/>
                  </a:lnTo>
                  <a:lnTo>
                    <a:pt x="4557" y="1429"/>
                  </a:lnTo>
                  <a:lnTo>
                    <a:pt x="4209" y="1970"/>
                  </a:lnTo>
                  <a:lnTo>
                    <a:pt x="3862" y="2626"/>
                  </a:lnTo>
                  <a:lnTo>
                    <a:pt x="3321" y="3746"/>
                  </a:lnTo>
                  <a:lnTo>
                    <a:pt x="3012" y="4441"/>
                  </a:lnTo>
                  <a:lnTo>
                    <a:pt x="2780" y="4866"/>
                  </a:lnTo>
                  <a:lnTo>
                    <a:pt x="1776" y="2858"/>
                  </a:lnTo>
                  <a:lnTo>
                    <a:pt x="1661" y="2974"/>
                  </a:lnTo>
                  <a:lnTo>
                    <a:pt x="1313" y="3167"/>
                  </a:lnTo>
                  <a:lnTo>
                    <a:pt x="1043" y="3283"/>
                  </a:lnTo>
                  <a:lnTo>
                    <a:pt x="773" y="3360"/>
                  </a:lnTo>
                  <a:lnTo>
                    <a:pt x="425" y="3398"/>
                  </a:lnTo>
                  <a:lnTo>
                    <a:pt x="0" y="3398"/>
                  </a:lnTo>
                  <a:lnTo>
                    <a:pt x="502" y="5175"/>
                  </a:lnTo>
                  <a:lnTo>
                    <a:pt x="927" y="6681"/>
                  </a:lnTo>
                  <a:lnTo>
                    <a:pt x="1313" y="7994"/>
                  </a:lnTo>
                  <a:lnTo>
                    <a:pt x="1699" y="9036"/>
                  </a:lnTo>
                  <a:lnTo>
                    <a:pt x="2047" y="9847"/>
                  </a:lnTo>
                  <a:lnTo>
                    <a:pt x="2240" y="10156"/>
                  </a:lnTo>
                  <a:lnTo>
                    <a:pt x="2433" y="10426"/>
                  </a:lnTo>
                  <a:lnTo>
                    <a:pt x="2626" y="10658"/>
                  </a:lnTo>
                  <a:lnTo>
                    <a:pt x="2819" y="10812"/>
                  </a:lnTo>
                  <a:lnTo>
                    <a:pt x="3012" y="10928"/>
                  </a:lnTo>
                  <a:lnTo>
                    <a:pt x="3205" y="11006"/>
                  </a:lnTo>
                  <a:lnTo>
                    <a:pt x="3398" y="11006"/>
                  </a:lnTo>
                  <a:lnTo>
                    <a:pt x="3630" y="10967"/>
                  </a:lnTo>
                  <a:lnTo>
                    <a:pt x="3823" y="10928"/>
                  </a:lnTo>
                  <a:lnTo>
                    <a:pt x="4016" y="10851"/>
                  </a:lnTo>
                  <a:lnTo>
                    <a:pt x="4364" y="10619"/>
                  </a:lnTo>
                  <a:lnTo>
                    <a:pt x="4673" y="10388"/>
                  </a:lnTo>
                  <a:lnTo>
                    <a:pt x="4943" y="10079"/>
                  </a:lnTo>
                  <a:lnTo>
                    <a:pt x="5136" y="9847"/>
                  </a:lnTo>
                  <a:lnTo>
                    <a:pt x="5290" y="9615"/>
                  </a:lnTo>
                  <a:lnTo>
                    <a:pt x="59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5783513" y="1777615"/>
              <a:ext cx="136982" cy="181868"/>
            </a:xfrm>
            <a:custGeom>
              <a:avLst/>
              <a:gdLst/>
              <a:ahLst/>
              <a:cxnLst/>
              <a:rect l="l" t="t" r="r" b="b"/>
              <a:pathLst>
                <a:path w="2240" h="2974" extrusionOk="0">
                  <a:moveTo>
                    <a:pt x="155" y="1"/>
                  </a:moveTo>
                  <a:lnTo>
                    <a:pt x="0" y="271"/>
                  </a:lnTo>
                  <a:lnTo>
                    <a:pt x="309" y="503"/>
                  </a:lnTo>
                  <a:lnTo>
                    <a:pt x="618" y="734"/>
                  </a:lnTo>
                  <a:lnTo>
                    <a:pt x="888" y="1005"/>
                  </a:lnTo>
                  <a:lnTo>
                    <a:pt x="1197" y="1352"/>
                  </a:lnTo>
                  <a:lnTo>
                    <a:pt x="1467" y="1700"/>
                  </a:lnTo>
                  <a:lnTo>
                    <a:pt x="1699" y="2086"/>
                  </a:lnTo>
                  <a:lnTo>
                    <a:pt x="1854" y="2511"/>
                  </a:lnTo>
                  <a:lnTo>
                    <a:pt x="1969" y="2974"/>
                  </a:lnTo>
                  <a:lnTo>
                    <a:pt x="2201" y="2935"/>
                  </a:lnTo>
                  <a:lnTo>
                    <a:pt x="2240" y="2626"/>
                  </a:lnTo>
                  <a:lnTo>
                    <a:pt x="2163" y="2356"/>
                  </a:lnTo>
                  <a:lnTo>
                    <a:pt x="2047" y="2047"/>
                  </a:lnTo>
                  <a:lnTo>
                    <a:pt x="1892" y="1738"/>
                  </a:lnTo>
                  <a:lnTo>
                    <a:pt x="1699" y="1468"/>
                  </a:lnTo>
                  <a:lnTo>
                    <a:pt x="1506" y="1198"/>
                  </a:lnTo>
                  <a:lnTo>
                    <a:pt x="1274" y="927"/>
                  </a:lnTo>
                  <a:lnTo>
                    <a:pt x="1004" y="657"/>
                  </a:lnTo>
                  <a:lnTo>
                    <a:pt x="695" y="387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5965319" y="1064521"/>
              <a:ext cx="347163" cy="408560"/>
            </a:xfrm>
            <a:custGeom>
              <a:avLst/>
              <a:gdLst/>
              <a:ahLst/>
              <a:cxnLst/>
              <a:rect l="l" t="t" r="r" b="b"/>
              <a:pathLst>
                <a:path w="5677" h="6681" extrusionOk="0">
                  <a:moveTo>
                    <a:pt x="927" y="0"/>
                  </a:moveTo>
                  <a:lnTo>
                    <a:pt x="811" y="39"/>
                  </a:lnTo>
                  <a:lnTo>
                    <a:pt x="734" y="77"/>
                  </a:lnTo>
                  <a:lnTo>
                    <a:pt x="657" y="154"/>
                  </a:lnTo>
                  <a:lnTo>
                    <a:pt x="580" y="386"/>
                  </a:lnTo>
                  <a:lnTo>
                    <a:pt x="580" y="656"/>
                  </a:lnTo>
                  <a:lnTo>
                    <a:pt x="618" y="965"/>
                  </a:lnTo>
                  <a:lnTo>
                    <a:pt x="657" y="1236"/>
                  </a:lnTo>
                  <a:lnTo>
                    <a:pt x="773" y="1583"/>
                  </a:lnTo>
                  <a:lnTo>
                    <a:pt x="773" y="1660"/>
                  </a:lnTo>
                  <a:lnTo>
                    <a:pt x="734" y="1660"/>
                  </a:lnTo>
                  <a:lnTo>
                    <a:pt x="580" y="1622"/>
                  </a:lnTo>
                  <a:lnTo>
                    <a:pt x="155" y="1390"/>
                  </a:lnTo>
                  <a:lnTo>
                    <a:pt x="78" y="1352"/>
                  </a:lnTo>
                  <a:lnTo>
                    <a:pt x="39" y="1390"/>
                  </a:lnTo>
                  <a:lnTo>
                    <a:pt x="0" y="1429"/>
                  </a:lnTo>
                  <a:lnTo>
                    <a:pt x="0" y="1506"/>
                  </a:lnTo>
                  <a:lnTo>
                    <a:pt x="39" y="1738"/>
                  </a:lnTo>
                  <a:lnTo>
                    <a:pt x="155" y="2008"/>
                  </a:lnTo>
                  <a:lnTo>
                    <a:pt x="425" y="2317"/>
                  </a:lnTo>
                  <a:lnTo>
                    <a:pt x="773" y="2703"/>
                  </a:lnTo>
                  <a:lnTo>
                    <a:pt x="1197" y="3128"/>
                  </a:lnTo>
                  <a:lnTo>
                    <a:pt x="1545" y="3707"/>
                  </a:lnTo>
                  <a:lnTo>
                    <a:pt x="2317" y="4943"/>
                  </a:lnTo>
                  <a:lnTo>
                    <a:pt x="2742" y="5599"/>
                  </a:lnTo>
                  <a:lnTo>
                    <a:pt x="3128" y="6178"/>
                  </a:lnTo>
                  <a:lnTo>
                    <a:pt x="3437" y="6565"/>
                  </a:lnTo>
                  <a:lnTo>
                    <a:pt x="3553" y="6680"/>
                  </a:lnTo>
                  <a:lnTo>
                    <a:pt x="3630" y="6680"/>
                  </a:lnTo>
                  <a:lnTo>
                    <a:pt x="3785" y="6603"/>
                  </a:lnTo>
                  <a:lnTo>
                    <a:pt x="3939" y="6410"/>
                  </a:lnTo>
                  <a:lnTo>
                    <a:pt x="4325" y="5908"/>
                  </a:lnTo>
                  <a:lnTo>
                    <a:pt x="4711" y="5329"/>
                  </a:lnTo>
                  <a:lnTo>
                    <a:pt x="5020" y="4750"/>
                  </a:lnTo>
                  <a:lnTo>
                    <a:pt x="5136" y="4441"/>
                  </a:lnTo>
                  <a:lnTo>
                    <a:pt x="5213" y="4132"/>
                  </a:lnTo>
                  <a:lnTo>
                    <a:pt x="5252" y="3784"/>
                  </a:lnTo>
                  <a:lnTo>
                    <a:pt x="5252" y="3475"/>
                  </a:lnTo>
                  <a:lnTo>
                    <a:pt x="5213" y="2973"/>
                  </a:lnTo>
                  <a:lnTo>
                    <a:pt x="5175" y="2742"/>
                  </a:lnTo>
                  <a:lnTo>
                    <a:pt x="5252" y="2819"/>
                  </a:lnTo>
                  <a:lnTo>
                    <a:pt x="5407" y="2973"/>
                  </a:lnTo>
                  <a:lnTo>
                    <a:pt x="5522" y="3051"/>
                  </a:lnTo>
                  <a:lnTo>
                    <a:pt x="5638" y="3051"/>
                  </a:lnTo>
                  <a:lnTo>
                    <a:pt x="5677" y="2935"/>
                  </a:lnTo>
                  <a:lnTo>
                    <a:pt x="5638" y="2819"/>
                  </a:lnTo>
                  <a:lnTo>
                    <a:pt x="5600" y="2703"/>
                  </a:lnTo>
                  <a:lnTo>
                    <a:pt x="5522" y="2587"/>
                  </a:lnTo>
                  <a:lnTo>
                    <a:pt x="5407" y="2510"/>
                  </a:lnTo>
                  <a:lnTo>
                    <a:pt x="5213" y="2394"/>
                  </a:lnTo>
                  <a:lnTo>
                    <a:pt x="5098" y="2356"/>
                  </a:lnTo>
                  <a:lnTo>
                    <a:pt x="5175" y="2317"/>
                  </a:lnTo>
                  <a:lnTo>
                    <a:pt x="5329" y="2162"/>
                  </a:lnTo>
                  <a:lnTo>
                    <a:pt x="5368" y="2047"/>
                  </a:lnTo>
                  <a:lnTo>
                    <a:pt x="5407" y="1931"/>
                  </a:lnTo>
                  <a:lnTo>
                    <a:pt x="5407" y="1854"/>
                  </a:lnTo>
                  <a:lnTo>
                    <a:pt x="5329" y="1699"/>
                  </a:lnTo>
                  <a:lnTo>
                    <a:pt x="5252" y="1660"/>
                  </a:lnTo>
                  <a:lnTo>
                    <a:pt x="5175" y="1622"/>
                  </a:lnTo>
                  <a:lnTo>
                    <a:pt x="5098" y="1660"/>
                  </a:lnTo>
                  <a:lnTo>
                    <a:pt x="5059" y="1738"/>
                  </a:lnTo>
                  <a:lnTo>
                    <a:pt x="4982" y="1931"/>
                  </a:lnTo>
                  <a:lnTo>
                    <a:pt x="4943" y="2008"/>
                  </a:lnTo>
                  <a:lnTo>
                    <a:pt x="4943" y="1931"/>
                  </a:lnTo>
                  <a:lnTo>
                    <a:pt x="4866" y="1738"/>
                  </a:lnTo>
                  <a:lnTo>
                    <a:pt x="4711" y="1545"/>
                  </a:lnTo>
                  <a:lnTo>
                    <a:pt x="4634" y="1467"/>
                  </a:lnTo>
                  <a:lnTo>
                    <a:pt x="4480" y="1390"/>
                  </a:lnTo>
                  <a:lnTo>
                    <a:pt x="4094" y="1197"/>
                  </a:lnTo>
                  <a:lnTo>
                    <a:pt x="3592" y="888"/>
                  </a:lnTo>
                  <a:lnTo>
                    <a:pt x="3051" y="541"/>
                  </a:lnTo>
                  <a:lnTo>
                    <a:pt x="2626" y="232"/>
                  </a:lnTo>
                  <a:lnTo>
                    <a:pt x="2510" y="116"/>
                  </a:lnTo>
                  <a:lnTo>
                    <a:pt x="2395" y="77"/>
                  </a:lnTo>
                  <a:lnTo>
                    <a:pt x="2356" y="116"/>
                  </a:lnTo>
                  <a:lnTo>
                    <a:pt x="2317" y="232"/>
                  </a:lnTo>
                  <a:lnTo>
                    <a:pt x="2356" y="348"/>
                  </a:lnTo>
                  <a:lnTo>
                    <a:pt x="2395" y="502"/>
                  </a:lnTo>
                  <a:lnTo>
                    <a:pt x="2510" y="695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472" y="850"/>
                  </a:lnTo>
                  <a:lnTo>
                    <a:pt x="2317" y="734"/>
                  </a:lnTo>
                  <a:lnTo>
                    <a:pt x="1970" y="502"/>
                  </a:lnTo>
                  <a:lnTo>
                    <a:pt x="1777" y="348"/>
                  </a:lnTo>
                  <a:lnTo>
                    <a:pt x="1584" y="193"/>
                  </a:lnTo>
                  <a:lnTo>
                    <a:pt x="1352" y="11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5965319" y="1064521"/>
              <a:ext cx="347163" cy="408560"/>
            </a:xfrm>
            <a:custGeom>
              <a:avLst/>
              <a:gdLst/>
              <a:ahLst/>
              <a:cxnLst/>
              <a:rect l="l" t="t" r="r" b="b"/>
              <a:pathLst>
                <a:path w="5677" h="6681" fill="none" extrusionOk="0">
                  <a:moveTo>
                    <a:pt x="1197" y="3128"/>
                  </a:moveTo>
                  <a:lnTo>
                    <a:pt x="1197" y="3128"/>
                  </a:lnTo>
                  <a:lnTo>
                    <a:pt x="773" y="2703"/>
                  </a:lnTo>
                  <a:lnTo>
                    <a:pt x="425" y="2317"/>
                  </a:lnTo>
                  <a:lnTo>
                    <a:pt x="155" y="2008"/>
                  </a:lnTo>
                  <a:lnTo>
                    <a:pt x="155" y="2008"/>
                  </a:lnTo>
                  <a:lnTo>
                    <a:pt x="39" y="1738"/>
                  </a:lnTo>
                  <a:lnTo>
                    <a:pt x="0" y="1506"/>
                  </a:lnTo>
                  <a:lnTo>
                    <a:pt x="0" y="1429"/>
                  </a:lnTo>
                  <a:lnTo>
                    <a:pt x="39" y="1390"/>
                  </a:lnTo>
                  <a:lnTo>
                    <a:pt x="78" y="1352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580" y="1622"/>
                  </a:lnTo>
                  <a:lnTo>
                    <a:pt x="734" y="1660"/>
                  </a:lnTo>
                  <a:lnTo>
                    <a:pt x="773" y="1660"/>
                  </a:lnTo>
                  <a:lnTo>
                    <a:pt x="773" y="1583"/>
                  </a:lnTo>
                  <a:lnTo>
                    <a:pt x="773" y="1583"/>
                  </a:lnTo>
                  <a:lnTo>
                    <a:pt x="657" y="1236"/>
                  </a:lnTo>
                  <a:lnTo>
                    <a:pt x="618" y="965"/>
                  </a:lnTo>
                  <a:lnTo>
                    <a:pt x="580" y="656"/>
                  </a:lnTo>
                  <a:lnTo>
                    <a:pt x="580" y="386"/>
                  </a:lnTo>
                  <a:lnTo>
                    <a:pt x="657" y="154"/>
                  </a:lnTo>
                  <a:lnTo>
                    <a:pt x="734" y="77"/>
                  </a:lnTo>
                  <a:lnTo>
                    <a:pt x="811" y="39"/>
                  </a:lnTo>
                  <a:lnTo>
                    <a:pt x="927" y="0"/>
                  </a:lnTo>
                  <a:lnTo>
                    <a:pt x="1082" y="0"/>
                  </a:lnTo>
                  <a:lnTo>
                    <a:pt x="1082" y="0"/>
                  </a:lnTo>
                  <a:lnTo>
                    <a:pt x="1352" y="116"/>
                  </a:lnTo>
                  <a:lnTo>
                    <a:pt x="1584" y="193"/>
                  </a:lnTo>
                  <a:lnTo>
                    <a:pt x="1777" y="348"/>
                  </a:lnTo>
                  <a:lnTo>
                    <a:pt x="1970" y="502"/>
                  </a:lnTo>
                  <a:lnTo>
                    <a:pt x="2317" y="734"/>
                  </a:lnTo>
                  <a:lnTo>
                    <a:pt x="2472" y="850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510" y="695"/>
                  </a:lnTo>
                  <a:lnTo>
                    <a:pt x="2395" y="502"/>
                  </a:lnTo>
                  <a:lnTo>
                    <a:pt x="2356" y="348"/>
                  </a:lnTo>
                  <a:lnTo>
                    <a:pt x="2317" y="232"/>
                  </a:lnTo>
                  <a:lnTo>
                    <a:pt x="2356" y="116"/>
                  </a:lnTo>
                  <a:lnTo>
                    <a:pt x="2395" y="77"/>
                  </a:lnTo>
                  <a:lnTo>
                    <a:pt x="2510" y="116"/>
                  </a:lnTo>
                  <a:lnTo>
                    <a:pt x="2626" y="232"/>
                  </a:lnTo>
                  <a:lnTo>
                    <a:pt x="2626" y="232"/>
                  </a:lnTo>
                  <a:lnTo>
                    <a:pt x="3051" y="541"/>
                  </a:lnTo>
                  <a:lnTo>
                    <a:pt x="3592" y="888"/>
                  </a:lnTo>
                  <a:lnTo>
                    <a:pt x="4094" y="1197"/>
                  </a:lnTo>
                  <a:lnTo>
                    <a:pt x="4480" y="1390"/>
                  </a:lnTo>
                  <a:lnTo>
                    <a:pt x="4480" y="1390"/>
                  </a:lnTo>
                  <a:lnTo>
                    <a:pt x="4634" y="1467"/>
                  </a:lnTo>
                  <a:lnTo>
                    <a:pt x="4711" y="1545"/>
                  </a:lnTo>
                  <a:lnTo>
                    <a:pt x="4866" y="1738"/>
                  </a:lnTo>
                  <a:lnTo>
                    <a:pt x="4943" y="1931"/>
                  </a:lnTo>
                  <a:lnTo>
                    <a:pt x="4943" y="2008"/>
                  </a:lnTo>
                  <a:lnTo>
                    <a:pt x="4943" y="2008"/>
                  </a:lnTo>
                  <a:lnTo>
                    <a:pt x="4982" y="1931"/>
                  </a:lnTo>
                  <a:lnTo>
                    <a:pt x="5059" y="1738"/>
                  </a:lnTo>
                  <a:lnTo>
                    <a:pt x="5098" y="1660"/>
                  </a:lnTo>
                  <a:lnTo>
                    <a:pt x="5175" y="1622"/>
                  </a:lnTo>
                  <a:lnTo>
                    <a:pt x="5252" y="1660"/>
                  </a:lnTo>
                  <a:lnTo>
                    <a:pt x="5329" y="1699"/>
                  </a:lnTo>
                  <a:lnTo>
                    <a:pt x="5329" y="1699"/>
                  </a:lnTo>
                  <a:lnTo>
                    <a:pt x="5407" y="1854"/>
                  </a:lnTo>
                  <a:lnTo>
                    <a:pt x="5407" y="1931"/>
                  </a:lnTo>
                  <a:lnTo>
                    <a:pt x="5368" y="2047"/>
                  </a:lnTo>
                  <a:lnTo>
                    <a:pt x="5329" y="2162"/>
                  </a:lnTo>
                  <a:lnTo>
                    <a:pt x="5175" y="2317"/>
                  </a:lnTo>
                  <a:lnTo>
                    <a:pt x="5098" y="2356"/>
                  </a:lnTo>
                  <a:lnTo>
                    <a:pt x="5098" y="2356"/>
                  </a:lnTo>
                  <a:lnTo>
                    <a:pt x="5213" y="2394"/>
                  </a:lnTo>
                  <a:lnTo>
                    <a:pt x="5407" y="2510"/>
                  </a:lnTo>
                  <a:lnTo>
                    <a:pt x="5522" y="2587"/>
                  </a:lnTo>
                  <a:lnTo>
                    <a:pt x="5600" y="2703"/>
                  </a:lnTo>
                  <a:lnTo>
                    <a:pt x="5638" y="2819"/>
                  </a:lnTo>
                  <a:lnTo>
                    <a:pt x="5677" y="2935"/>
                  </a:lnTo>
                  <a:lnTo>
                    <a:pt x="5677" y="2935"/>
                  </a:lnTo>
                  <a:lnTo>
                    <a:pt x="5638" y="3051"/>
                  </a:lnTo>
                  <a:lnTo>
                    <a:pt x="5600" y="3051"/>
                  </a:lnTo>
                  <a:lnTo>
                    <a:pt x="5522" y="3051"/>
                  </a:lnTo>
                  <a:lnTo>
                    <a:pt x="5407" y="2973"/>
                  </a:lnTo>
                  <a:lnTo>
                    <a:pt x="5252" y="2819"/>
                  </a:lnTo>
                  <a:lnTo>
                    <a:pt x="5175" y="2742"/>
                  </a:lnTo>
                  <a:lnTo>
                    <a:pt x="5175" y="2742"/>
                  </a:lnTo>
                  <a:lnTo>
                    <a:pt x="5213" y="2973"/>
                  </a:lnTo>
                  <a:lnTo>
                    <a:pt x="5252" y="3475"/>
                  </a:lnTo>
                  <a:lnTo>
                    <a:pt x="5252" y="3784"/>
                  </a:lnTo>
                  <a:lnTo>
                    <a:pt x="5213" y="4132"/>
                  </a:lnTo>
                  <a:lnTo>
                    <a:pt x="5136" y="4441"/>
                  </a:lnTo>
                  <a:lnTo>
                    <a:pt x="5020" y="4750"/>
                  </a:lnTo>
                  <a:lnTo>
                    <a:pt x="5020" y="4750"/>
                  </a:lnTo>
                  <a:lnTo>
                    <a:pt x="4711" y="5329"/>
                  </a:lnTo>
                  <a:lnTo>
                    <a:pt x="4325" y="5908"/>
                  </a:lnTo>
                  <a:lnTo>
                    <a:pt x="3939" y="6410"/>
                  </a:lnTo>
                  <a:lnTo>
                    <a:pt x="3785" y="6603"/>
                  </a:lnTo>
                  <a:lnTo>
                    <a:pt x="3630" y="6680"/>
                  </a:lnTo>
                  <a:lnTo>
                    <a:pt x="3630" y="6680"/>
                  </a:lnTo>
                  <a:lnTo>
                    <a:pt x="3553" y="6680"/>
                  </a:lnTo>
                  <a:lnTo>
                    <a:pt x="3437" y="6565"/>
                  </a:lnTo>
                  <a:lnTo>
                    <a:pt x="3128" y="6178"/>
                  </a:lnTo>
                  <a:lnTo>
                    <a:pt x="2742" y="5599"/>
                  </a:lnTo>
                  <a:lnTo>
                    <a:pt x="2317" y="4943"/>
                  </a:lnTo>
                  <a:lnTo>
                    <a:pt x="1545" y="3707"/>
                  </a:lnTo>
                  <a:lnTo>
                    <a:pt x="1197" y="312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6062123" y="1340745"/>
              <a:ext cx="144136" cy="248035"/>
            </a:xfrm>
            <a:custGeom>
              <a:avLst/>
              <a:gdLst/>
              <a:ahLst/>
              <a:cxnLst/>
              <a:rect l="l" t="t" r="r" b="b"/>
              <a:pathLst>
                <a:path w="2357" h="4056" extrusionOk="0">
                  <a:moveTo>
                    <a:pt x="2124" y="1"/>
                  </a:moveTo>
                  <a:lnTo>
                    <a:pt x="2009" y="40"/>
                  </a:lnTo>
                  <a:lnTo>
                    <a:pt x="1854" y="117"/>
                  </a:lnTo>
                  <a:lnTo>
                    <a:pt x="1816" y="155"/>
                  </a:lnTo>
                  <a:lnTo>
                    <a:pt x="464" y="2048"/>
                  </a:lnTo>
                  <a:lnTo>
                    <a:pt x="271" y="3283"/>
                  </a:lnTo>
                  <a:lnTo>
                    <a:pt x="194" y="3399"/>
                  </a:lnTo>
                  <a:lnTo>
                    <a:pt x="78" y="3669"/>
                  </a:lnTo>
                  <a:lnTo>
                    <a:pt x="39" y="3824"/>
                  </a:lnTo>
                  <a:lnTo>
                    <a:pt x="1" y="3940"/>
                  </a:lnTo>
                  <a:lnTo>
                    <a:pt x="39" y="4017"/>
                  </a:lnTo>
                  <a:lnTo>
                    <a:pt x="155" y="4055"/>
                  </a:lnTo>
                  <a:lnTo>
                    <a:pt x="464" y="4055"/>
                  </a:lnTo>
                  <a:lnTo>
                    <a:pt x="618" y="3978"/>
                  </a:lnTo>
                  <a:lnTo>
                    <a:pt x="850" y="3901"/>
                  </a:lnTo>
                  <a:lnTo>
                    <a:pt x="1468" y="3592"/>
                  </a:lnTo>
                  <a:lnTo>
                    <a:pt x="2356" y="3013"/>
                  </a:lnTo>
                  <a:lnTo>
                    <a:pt x="2279" y="2704"/>
                  </a:lnTo>
                  <a:lnTo>
                    <a:pt x="2279" y="2318"/>
                  </a:lnTo>
                  <a:lnTo>
                    <a:pt x="2279" y="1314"/>
                  </a:lnTo>
                  <a:lnTo>
                    <a:pt x="2356" y="117"/>
                  </a:lnTo>
                  <a:lnTo>
                    <a:pt x="2279" y="40"/>
                  </a:lnTo>
                  <a:lnTo>
                    <a:pt x="2202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9"/>
            <p:cNvSpPr/>
            <p:nvPr/>
          </p:nvSpPr>
          <p:spPr>
            <a:xfrm>
              <a:off x="6081019" y="1395109"/>
              <a:ext cx="89772" cy="132273"/>
            </a:xfrm>
            <a:custGeom>
              <a:avLst/>
              <a:gdLst/>
              <a:ahLst/>
              <a:cxnLst/>
              <a:rect l="l" t="t" r="r" b="b"/>
              <a:pathLst>
                <a:path w="1468" h="2163" extrusionOk="0">
                  <a:moveTo>
                    <a:pt x="1468" y="0"/>
                  </a:moveTo>
                  <a:lnTo>
                    <a:pt x="425" y="811"/>
                  </a:lnTo>
                  <a:lnTo>
                    <a:pt x="155" y="1159"/>
                  </a:lnTo>
                  <a:lnTo>
                    <a:pt x="1" y="2162"/>
                  </a:lnTo>
                  <a:lnTo>
                    <a:pt x="194" y="2008"/>
                  </a:lnTo>
                  <a:lnTo>
                    <a:pt x="348" y="1892"/>
                  </a:lnTo>
                  <a:lnTo>
                    <a:pt x="657" y="1545"/>
                  </a:lnTo>
                  <a:lnTo>
                    <a:pt x="927" y="1197"/>
                  </a:lnTo>
                  <a:lnTo>
                    <a:pt x="1120" y="850"/>
                  </a:lnTo>
                  <a:lnTo>
                    <a:pt x="1275" y="502"/>
                  </a:lnTo>
                  <a:lnTo>
                    <a:pt x="1391" y="232"/>
                  </a:lnTo>
                  <a:lnTo>
                    <a:pt x="146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9"/>
            <p:cNvSpPr/>
            <p:nvPr/>
          </p:nvSpPr>
          <p:spPr>
            <a:xfrm>
              <a:off x="5998402" y="1210919"/>
              <a:ext cx="238556" cy="292859"/>
            </a:xfrm>
            <a:custGeom>
              <a:avLst/>
              <a:gdLst/>
              <a:ahLst/>
              <a:cxnLst/>
              <a:rect l="l" t="t" r="r" b="b"/>
              <a:pathLst>
                <a:path w="3901" h="4789" extrusionOk="0">
                  <a:moveTo>
                    <a:pt x="2819" y="0"/>
                  </a:moveTo>
                  <a:lnTo>
                    <a:pt x="2471" y="39"/>
                  </a:lnTo>
                  <a:lnTo>
                    <a:pt x="2124" y="77"/>
                  </a:lnTo>
                  <a:lnTo>
                    <a:pt x="1815" y="155"/>
                  </a:lnTo>
                  <a:lnTo>
                    <a:pt x="1545" y="270"/>
                  </a:lnTo>
                  <a:lnTo>
                    <a:pt x="1313" y="425"/>
                  </a:lnTo>
                  <a:lnTo>
                    <a:pt x="1120" y="579"/>
                  </a:lnTo>
                  <a:lnTo>
                    <a:pt x="927" y="734"/>
                  </a:lnTo>
                  <a:lnTo>
                    <a:pt x="811" y="888"/>
                  </a:lnTo>
                  <a:lnTo>
                    <a:pt x="579" y="1236"/>
                  </a:lnTo>
                  <a:lnTo>
                    <a:pt x="425" y="1545"/>
                  </a:lnTo>
                  <a:lnTo>
                    <a:pt x="348" y="1854"/>
                  </a:lnTo>
                  <a:lnTo>
                    <a:pt x="232" y="2703"/>
                  </a:lnTo>
                  <a:lnTo>
                    <a:pt x="193" y="2858"/>
                  </a:lnTo>
                  <a:lnTo>
                    <a:pt x="77" y="3321"/>
                  </a:lnTo>
                  <a:lnTo>
                    <a:pt x="0" y="3900"/>
                  </a:lnTo>
                  <a:lnTo>
                    <a:pt x="0" y="4209"/>
                  </a:lnTo>
                  <a:lnTo>
                    <a:pt x="0" y="4479"/>
                  </a:lnTo>
                  <a:lnTo>
                    <a:pt x="39" y="4595"/>
                  </a:lnTo>
                  <a:lnTo>
                    <a:pt x="77" y="4711"/>
                  </a:lnTo>
                  <a:lnTo>
                    <a:pt x="193" y="4750"/>
                  </a:lnTo>
                  <a:lnTo>
                    <a:pt x="309" y="4788"/>
                  </a:lnTo>
                  <a:lnTo>
                    <a:pt x="579" y="4788"/>
                  </a:lnTo>
                  <a:lnTo>
                    <a:pt x="888" y="4711"/>
                  </a:lnTo>
                  <a:lnTo>
                    <a:pt x="1236" y="4557"/>
                  </a:lnTo>
                  <a:lnTo>
                    <a:pt x="1583" y="4402"/>
                  </a:lnTo>
                  <a:lnTo>
                    <a:pt x="1892" y="4209"/>
                  </a:lnTo>
                  <a:lnTo>
                    <a:pt x="2162" y="4016"/>
                  </a:lnTo>
                  <a:lnTo>
                    <a:pt x="2394" y="3823"/>
                  </a:lnTo>
                  <a:lnTo>
                    <a:pt x="2626" y="3591"/>
                  </a:lnTo>
                  <a:lnTo>
                    <a:pt x="2819" y="3360"/>
                  </a:lnTo>
                  <a:lnTo>
                    <a:pt x="3012" y="3089"/>
                  </a:lnTo>
                  <a:lnTo>
                    <a:pt x="3166" y="2780"/>
                  </a:lnTo>
                  <a:lnTo>
                    <a:pt x="3282" y="2433"/>
                  </a:lnTo>
                  <a:lnTo>
                    <a:pt x="3360" y="2047"/>
                  </a:lnTo>
                  <a:lnTo>
                    <a:pt x="3437" y="1661"/>
                  </a:lnTo>
                  <a:lnTo>
                    <a:pt x="3630" y="1429"/>
                  </a:lnTo>
                  <a:lnTo>
                    <a:pt x="3784" y="1352"/>
                  </a:lnTo>
                  <a:lnTo>
                    <a:pt x="3900" y="1352"/>
                  </a:lnTo>
                  <a:lnTo>
                    <a:pt x="3823" y="1197"/>
                  </a:lnTo>
                  <a:lnTo>
                    <a:pt x="3591" y="811"/>
                  </a:lnTo>
                  <a:lnTo>
                    <a:pt x="3437" y="579"/>
                  </a:lnTo>
                  <a:lnTo>
                    <a:pt x="3244" y="348"/>
                  </a:lnTo>
                  <a:lnTo>
                    <a:pt x="3051" y="155"/>
                  </a:lnTo>
                  <a:lnTo>
                    <a:pt x="2819" y="0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9"/>
            <p:cNvSpPr/>
            <p:nvPr/>
          </p:nvSpPr>
          <p:spPr>
            <a:xfrm>
              <a:off x="6012528" y="1194347"/>
              <a:ext cx="170065" cy="184252"/>
            </a:xfrm>
            <a:custGeom>
              <a:avLst/>
              <a:gdLst/>
              <a:ahLst/>
              <a:cxnLst/>
              <a:rect l="l" t="t" r="r" b="b"/>
              <a:pathLst>
                <a:path w="2781" h="3013" extrusionOk="0">
                  <a:moveTo>
                    <a:pt x="1545" y="1"/>
                  </a:moveTo>
                  <a:lnTo>
                    <a:pt x="1198" y="39"/>
                  </a:lnTo>
                  <a:lnTo>
                    <a:pt x="927" y="78"/>
                  </a:lnTo>
                  <a:lnTo>
                    <a:pt x="696" y="155"/>
                  </a:lnTo>
                  <a:lnTo>
                    <a:pt x="619" y="233"/>
                  </a:lnTo>
                  <a:lnTo>
                    <a:pt x="503" y="387"/>
                  </a:lnTo>
                  <a:lnTo>
                    <a:pt x="387" y="734"/>
                  </a:lnTo>
                  <a:lnTo>
                    <a:pt x="271" y="1159"/>
                  </a:lnTo>
                  <a:lnTo>
                    <a:pt x="155" y="1661"/>
                  </a:lnTo>
                  <a:lnTo>
                    <a:pt x="39" y="2549"/>
                  </a:lnTo>
                  <a:lnTo>
                    <a:pt x="1" y="2974"/>
                  </a:lnTo>
                  <a:lnTo>
                    <a:pt x="387" y="2820"/>
                  </a:lnTo>
                  <a:lnTo>
                    <a:pt x="696" y="2742"/>
                  </a:lnTo>
                  <a:lnTo>
                    <a:pt x="1005" y="2742"/>
                  </a:lnTo>
                  <a:lnTo>
                    <a:pt x="1236" y="2781"/>
                  </a:lnTo>
                  <a:lnTo>
                    <a:pt x="1429" y="2858"/>
                  </a:lnTo>
                  <a:lnTo>
                    <a:pt x="1584" y="2936"/>
                  </a:lnTo>
                  <a:lnTo>
                    <a:pt x="1700" y="3013"/>
                  </a:lnTo>
                  <a:lnTo>
                    <a:pt x="1816" y="3013"/>
                  </a:lnTo>
                  <a:lnTo>
                    <a:pt x="1970" y="2936"/>
                  </a:lnTo>
                  <a:lnTo>
                    <a:pt x="2202" y="2704"/>
                  </a:lnTo>
                  <a:lnTo>
                    <a:pt x="2318" y="2549"/>
                  </a:lnTo>
                  <a:lnTo>
                    <a:pt x="2395" y="2318"/>
                  </a:lnTo>
                  <a:lnTo>
                    <a:pt x="2627" y="1700"/>
                  </a:lnTo>
                  <a:lnTo>
                    <a:pt x="2704" y="1391"/>
                  </a:lnTo>
                  <a:lnTo>
                    <a:pt x="2742" y="1082"/>
                  </a:lnTo>
                  <a:lnTo>
                    <a:pt x="2781" y="773"/>
                  </a:lnTo>
                  <a:lnTo>
                    <a:pt x="2742" y="541"/>
                  </a:lnTo>
                  <a:lnTo>
                    <a:pt x="2704" y="426"/>
                  </a:lnTo>
                  <a:lnTo>
                    <a:pt x="2665" y="348"/>
                  </a:lnTo>
                  <a:lnTo>
                    <a:pt x="2472" y="194"/>
                  </a:lnTo>
                  <a:lnTo>
                    <a:pt x="2202" y="78"/>
                  </a:lnTo>
                  <a:lnTo>
                    <a:pt x="1854" y="39"/>
                  </a:lnTo>
                  <a:lnTo>
                    <a:pt x="1545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6085728" y="1298244"/>
              <a:ext cx="56750" cy="28436"/>
            </a:xfrm>
            <a:custGeom>
              <a:avLst/>
              <a:gdLst/>
              <a:ahLst/>
              <a:cxnLst/>
              <a:rect l="l" t="t" r="r" b="b"/>
              <a:pathLst>
                <a:path w="928" h="465" extrusionOk="0">
                  <a:moveTo>
                    <a:pt x="387" y="1"/>
                  </a:moveTo>
                  <a:lnTo>
                    <a:pt x="117" y="39"/>
                  </a:lnTo>
                  <a:lnTo>
                    <a:pt x="39" y="78"/>
                  </a:lnTo>
                  <a:lnTo>
                    <a:pt x="1" y="271"/>
                  </a:lnTo>
                  <a:lnTo>
                    <a:pt x="39" y="387"/>
                  </a:lnTo>
                  <a:lnTo>
                    <a:pt x="78" y="464"/>
                  </a:lnTo>
                  <a:lnTo>
                    <a:pt x="928" y="155"/>
                  </a:lnTo>
                  <a:lnTo>
                    <a:pt x="812" y="78"/>
                  </a:lnTo>
                  <a:lnTo>
                    <a:pt x="6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6085728" y="1298244"/>
              <a:ext cx="30760" cy="28436"/>
            </a:xfrm>
            <a:custGeom>
              <a:avLst/>
              <a:gdLst/>
              <a:ahLst/>
              <a:cxnLst/>
              <a:rect l="l" t="t" r="r" b="b"/>
              <a:pathLst>
                <a:path w="503" h="465" extrusionOk="0">
                  <a:moveTo>
                    <a:pt x="426" y="1"/>
                  </a:moveTo>
                  <a:lnTo>
                    <a:pt x="155" y="39"/>
                  </a:lnTo>
                  <a:lnTo>
                    <a:pt x="39" y="78"/>
                  </a:lnTo>
                  <a:lnTo>
                    <a:pt x="1" y="271"/>
                  </a:lnTo>
                  <a:lnTo>
                    <a:pt x="39" y="387"/>
                  </a:lnTo>
                  <a:lnTo>
                    <a:pt x="78" y="464"/>
                  </a:lnTo>
                  <a:lnTo>
                    <a:pt x="503" y="310"/>
                  </a:lnTo>
                  <a:lnTo>
                    <a:pt x="503" y="233"/>
                  </a:lnTo>
                  <a:lnTo>
                    <a:pt x="503" y="11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9"/>
            <p:cNvSpPr/>
            <p:nvPr/>
          </p:nvSpPr>
          <p:spPr>
            <a:xfrm>
              <a:off x="6031424" y="1310046"/>
              <a:ext cx="28436" cy="68552"/>
            </a:xfrm>
            <a:custGeom>
              <a:avLst/>
              <a:gdLst/>
              <a:ahLst/>
              <a:cxnLst/>
              <a:rect l="l" t="t" r="r" b="b"/>
              <a:pathLst>
                <a:path w="465" h="1121" extrusionOk="0">
                  <a:moveTo>
                    <a:pt x="232" y="1"/>
                  </a:moveTo>
                  <a:lnTo>
                    <a:pt x="78" y="503"/>
                  </a:lnTo>
                  <a:lnTo>
                    <a:pt x="1" y="1082"/>
                  </a:lnTo>
                  <a:lnTo>
                    <a:pt x="1" y="1121"/>
                  </a:lnTo>
                  <a:lnTo>
                    <a:pt x="78" y="1082"/>
                  </a:lnTo>
                  <a:lnTo>
                    <a:pt x="232" y="1005"/>
                  </a:lnTo>
                  <a:lnTo>
                    <a:pt x="464" y="850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9"/>
            <p:cNvSpPr/>
            <p:nvPr/>
          </p:nvSpPr>
          <p:spPr>
            <a:xfrm>
              <a:off x="6031424" y="1380922"/>
              <a:ext cx="54365" cy="23666"/>
            </a:xfrm>
            <a:custGeom>
              <a:avLst/>
              <a:gdLst/>
              <a:ahLst/>
              <a:cxnLst/>
              <a:rect l="l" t="t" r="r" b="b"/>
              <a:pathLst>
                <a:path w="889" h="387" extrusionOk="0">
                  <a:moveTo>
                    <a:pt x="889" y="0"/>
                  </a:moveTo>
                  <a:lnTo>
                    <a:pt x="348" y="232"/>
                  </a:lnTo>
                  <a:lnTo>
                    <a:pt x="1" y="348"/>
                  </a:lnTo>
                  <a:lnTo>
                    <a:pt x="78" y="387"/>
                  </a:lnTo>
                  <a:lnTo>
                    <a:pt x="194" y="387"/>
                  </a:lnTo>
                  <a:lnTo>
                    <a:pt x="425" y="348"/>
                  </a:lnTo>
                  <a:lnTo>
                    <a:pt x="657" y="193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6088113" y="1232139"/>
              <a:ext cx="75646" cy="47271"/>
            </a:xfrm>
            <a:custGeom>
              <a:avLst/>
              <a:gdLst/>
              <a:ahLst/>
              <a:cxnLst/>
              <a:rect l="l" t="t" r="r" b="b"/>
              <a:pathLst>
                <a:path w="1237" h="773" extrusionOk="0">
                  <a:moveTo>
                    <a:pt x="271" y="1"/>
                  </a:moveTo>
                  <a:lnTo>
                    <a:pt x="193" y="39"/>
                  </a:lnTo>
                  <a:lnTo>
                    <a:pt x="78" y="155"/>
                  </a:lnTo>
                  <a:lnTo>
                    <a:pt x="39" y="310"/>
                  </a:lnTo>
                  <a:lnTo>
                    <a:pt x="0" y="348"/>
                  </a:lnTo>
                  <a:lnTo>
                    <a:pt x="155" y="348"/>
                  </a:lnTo>
                  <a:lnTo>
                    <a:pt x="541" y="387"/>
                  </a:lnTo>
                  <a:lnTo>
                    <a:pt x="773" y="425"/>
                  </a:lnTo>
                  <a:lnTo>
                    <a:pt x="966" y="503"/>
                  </a:lnTo>
                  <a:lnTo>
                    <a:pt x="1120" y="618"/>
                  </a:lnTo>
                  <a:lnTo>
                    <a:pt x="1236" y="773"/>
                  </a:lnTo>
                  <a:lnTo>
                    <a:pt x="1236" y="618"/>
                  </a:lnTo>
                  <a:lnTo>
                    <a:pt x="1159" y="503"/>
                  </a:lnTo>
                  <a:lnTo>
                    <a:pt x="1082" y="348"/>
                  </a:lnTo>
                  <a:lnTo>
                    <a:pt x="966" y="232"/>
                  </a:lnTo>
                  <a:lnTo>
                    <a:pt x="811" y="116"/>
                  </a:lnTo>
                  <a:lnTo>
                    <a:pt x="657" y="39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6031424" y="1232139"/>
              <a:ext cx="14249" cy="26051"/>
            </a:xfrm>
            <a:custGeom>
              <a:avLst/>
              <a:gdLst/>
              <a:ahLst/>
              <a:cxnLst/>
              <a:rect l="l" t="t" r="r" b="b"/>
              <a:pathLst>
                <a:path w="233" h="426" extrusionOk="0">
                  <a:moveTo>
                    <a:pt x="116" y="1"/>
                  </a:moveTo>
                  <a:lnTo>
                    <a:pt x="1" y="425"/>
                  </a:lnTo>
                  <a:lnTo>
                    <a:pt x="116" y="387"/>
                  </a:lnTo>
                  <a:lnTo>
                    <a:pt x="194" y="232"/>
                  </a:lnTo>
                  <a:lnTo>
                    <a:pt x="232" y="155"/>
                  </a:lnTo>
                  <a:lnTo>
                    <a:pt x="232" y="78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6019622" y="1295920"/>
              <a:ext cx="11864" cy="28375"/>
            </a:xfrm>
            <a:custGeom>
              <a:avLst/>
              <a:gdLst/>
              <a:ahLst/>
              <a:cxnLst/>
              <a:rect l="l" t="t" r="r" b="b"/>
              <a:pathLst>
                <a:path w="194" h="464" extrusionOk="0">
                  <a:moveTo>
                    <a:pt x="39" y="0"/>
                  </a:moveTo>
                  <a:lnTo>
                    <a:pt x="1" y="309"/>
                  </a:lnTo>
                  <a:lnTo>
                    <a:pt x="1" y="464"/>
                  </a:lnTo>
                  <a:lnTo>
                    <a:pt x="194" y="348"/>
                  </a:lnTo>
                  <a:lnTo>
                    <a:pt x="194" y="193"/>
                  </a:lnTo>
                  <a:lnTo>
                    <a:pt x="155" y="116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9"/>
            <p:cNvSpPr/>
            <p:nvPr/>
          </p:nvSpPr>
          <p:spPr>
            <a:xfrm>
              <a:off x="6196719" y="1284118"/>
              <a:ext cx="66167" cy="80354"/>
            </a:xfrm>
            <a:custGeom>
              <a:avLst/>
              <a:gdLst/>
              <a:ahLst/>
              <a:cxnLst/>
              <a:rect l="l" t="t" r="r" b="b"/>
              <a:pathLst>
                <a:path w="1082" h="1314" extrusionOk="0">
                  <a:moveTo>
                    <a:pt x="619" y="0"/>
                  </a:moveTo>
                  <a:lnTo>
                    <a:pt x="425" y="39"/>
                  </a:lnTo>
                  <a:lnTo>
                    <a:pt x="232" y="232"/>
                  </a:lnTo>
                  <a:lnTo>
                    <a:pt x="78" y="425"/>
                  </a:lnTo>
                  <a:lnTo>
                    <a:pt x="1" y="695"/>
                  </a:lnTo>
                  <a:lnTo>
                    <a:pt x="1" y="966"/>
                  </a:lnTo>
                  <a:lnTo>
                    <a:pt x="78" y="1159"/>
                  </a:lnTo>
                  <a:lnTo>
                    <a:pt x="155" y="1236"/>
                  </a:lnTo>
                  <a:lnTo>
                    <a:pt x="232" y="1313"/>
                  </a:lnTo>
                  <a:lnTo>
                    <a:pt x="425" y="1313"/>
                  </a:lnTo>
                  <a:lnTo>
                    <a:pt x="657" y="1274"/>
                  </a:lnTo>
                  <a:lnTo>
                    <a:pt x="850" y="1120"/>
                  </a:lnTo>
                  <a:lnTo>
                    <a:pt x="1005" y="888"/>
                  </a:lnTo>
                  <a:lnTo>
                    <a:pt x="1082" y="618"/>
                  </a:lnTo>
                  <a:lnTo>
                    <a:pt x="1082" y="348"/>
                  </a:lnTo>
                  <a:lnTo>
                    <a:pt x="1005" y="155"/>
                  </a:lnTo>
                  <a:lnTo>
                    <a:pt x="927" y="77"/>
                  </a:lnTo>
                  <a:lnTo>
                    <a:pt x="850" y="39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9"/>
            <p:cNvSpPr/>
            <p:nvPr/>
          </p:nvSpPr>
          <p:spPr>
            <a:xfrm>
              <a:off x="6206198" y="1303014"/>
              <a:ext cx="56688" cy="61458"/>
            </a:xfrm>
            <a:custGeom>
              <a:avLst/>
              <a:gdLst/>
              <a:ahLst/>
              <a:cxnLst/>
              <a:rect l="l" t="t" r="r" b="b"/>
              <a:pathLst>
                <a:path w="927" h="1005" extrusionOk="0">
                  <a:moveTo>
                    <a:pt x="618" y="0"/>
                  </a:moveTo>
                  <a:lnTo>
                    <a:pt x="425" y="77"/>
                  </a:lnTo>
                  <a:lnTo>
                    <a:pt x="232" y="232"/>
                  </a:lnTo>
                  <a:lnTo>
                    <a:pt x="77" y="463"/>
                  </a:lnTo>
                  <a:lnTo>
                    <a:pt x="0" y="695"/>
                  </a:lnTo>
                  <a:lnTo>
                    <a:pt x="0" y="927"/>
                  </a:lnTo>
                  <a:lnTo>
                    <a:pt x="77" y="1004"/>
                  </a:lnTo>
                  <a:lnTo>
                    <a:pt x="270" y="1004"/>
                  </a:lnTo>
                  <a:lnTo>
                    <a:pt x="502" y="965"/>
                  </a:lnTo>
                  <a:lnTo>
                    <a:pt x="695" y="811"/>
                  </a:lnTo>
                  <a:lnTo>
                    <a:pt x="850" y="579"/>
                  </a:lnTo>
                  <a:lnTo>
                    <a:pt x="927" y="348"/>
                  </a:lnTo>
                  <a:lnTo>
                    <a:pt x="927" y="116"/>
                  </a:lnTo>
                  <a:lnTo>
                    <a:pt x="811" y="39"/>
                  </a:lnTo>
                  <a:lnTo>
                    <a:pt x="734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6066832" y="1258128"/>
              <a:ext cx="111053" cy="111053"/>
            </a:xfrm>
            <a:custGeom>
              <a:avLst/>
              <a:gdLst/>
              <a:ahLst/>
              <a:cxnLst/>
              <a:rect l="l" t="t" r="r" b="b"/>
              <a:pathLst>
                <a:path w="1816" h="1816" extrusionOk="0">
                  <a:moveTo>
                    <a:pt x="928" y="232"/>
                  </a:moveTo>
                  <a:lnTo>
                    <a:pt x="1043" y="271"/>
                  </a:lnTo>
                  <a:lnTo>
                    <a:pt x="1159" y="309"/>
                  </a:lnTo>
                  <a:lnTo>
                    <a:pt x="1275" y="348"/>
                  </a:lnTo>
                  <a:lnTo>
                    <a:pt x="1391" y="425"/>
                  </a:lnTo>
                  <a:lnTo>
                    <a:pt x="1468" y="541"/>
                  </a:lnTo>
                  <a:lnTo>
                    <a:pt x="1507" y="657"/>
                  </a:lnTo>
                  <a:lnTo>
                    <a:pt x="1545" y="773"/>
                  </a:lnTo>
                  <a:lnTo>
                    <a:pt x="1584" y="927"/>
                  </a:lnTo>
                  <a:lnTo>
                    <a:pt x="1545" y="1043"/>
                  </a:lnTo>
                  <a:lnTo>
                    <a:pt x="1507" y="1159"/>
                  </a:lnTo>
                  <a:lnTo>
                    <a:pt x="1468" y="1275"/>
                  </a:lnTo>
                  <a:lnTo>
                    <a:pt x="1391" y="1391"/>
                  </a:lnTo>
                  <a:lnTo>
                    <a:pt x="1275" y="1468"/>
                  </a:lnTo>
                  <a:lnTo>
                    <a:pt x="1159" y="1506"/>
                  </a:lnTo>
                  <a:lnTo>
                    <a:pt x="1043" y="1545"/>
                  </a:lnTo>
                  <a:lnTo>
                    <a:pt x="928" y="1584"/>
                  </a:lnTo>
                  <a:lnTo>
                    <a:pt x="773" y="1545"/>
                  </a:lnTo>
                  <a:lnTo>
                    <a:pt x="657" y="1506"/>
                  </a:lnTo>
                  <a:lnTo>
                    <a:pt x="541" y="1468"/>
                  </a:lnTo>
                  <a:lnTo>
                    <a:pt x="426" y="1391"/>
                  </a:lnTo>
                  <a:lnTo>
                    <a:pt x="348" y="1275"/>
                  </a:lnTo>
                  <a:lnTo>
                    <a:pt x="310" y="1159"/>
                  </a:lnTo>
                  <a:lnTo>
                    <a:pt x="271" y="1043"/>
                  </a:lnTo>
                  <a:lnTo>
                    <a:pt x="233" y="927"/>
                  </a:lnTo>
                  <a:lnTo>
                    <a:pt x="271" y="773"/>
                  </a:lnTo>
                  <a:lnTo>
                    <a:pt x="310" y="657"/>
                  </a:lnTo>
                  <a:lnTo>
                    <a:pt x="348" y="541"/>
                  </a:lnTo>
                  <a:lnTo>
                    <a:pt x="426" y="425"/>
                  </a:lnTo>
                  <a:lnTo>
                    <a:pt x="541" y="348"/>
                  </a:lnTo>
                  <a:lnTo>
                    <a:pt x="657" y="309"/>
                  </a:lnTo>
                  <a:lnTo>
                    <a:pt x="773" y="271"/>
                  </a:lnTo>
                  <a:lnTo>
                    <a:pt x="928" y="232"/>
                  </a:lnTo>
                  <a:close/>
                  <a:moveTo>
                    <a:pt x="928" y="0"/>
                  </a:moveTo>
                  <a:lnTo>
                    <a:pt x="735" y="39"/>
                  </a:lnTo>
                  <a:lnTo>
                    <a:pt x="541" y="78"/>
                  </a:lnTo>
                  <a:lnTo>
                    <a:pt x="387" y="155"/>
                  </a:lnTo>
                  <a:lnTo>
                    <a:pt x="271" y="271"/>
                  </a:lnTo>
                  <a:lnTo>
                    <a:pt x="155" y="425"/>
                  </a:lnTo>
                  <a:lnTo>
                    <a:pt x="78" y="541"/>
                  </a:lnTo>
                  <a:lnTo>
                    <a:pt x="39" y="734"/>
                  </a:lnTo>
                  <a:lnTo>
                    <a:pt x="1" y="927"/>
                  </a:lnTo>
                  <a:lnTo>
                    <a:pt x="39" y="1082"/>
                  </a:lnTo>
                  <a:lnTo>
                    <a:pt x="78" y="1275"/>
                  </a:lnTo>
                  <a:lnTo>
                    <a:pt x="155" y="1429"/>
                  </a:lnTo>
                  <a:lnTo>
                    <a:pt x="271" y="1545"/>
                  </a:lnTo>
                  <a:lnTo>
                    <a:pt x="387" y="1661"/>
                  </a:lnTo>
                  <a:lnTo>
                    <a:pt x="541" y="1738"/>
                  </a:lnTo>
                  <a:lnTo>
                    <a:pt x="735" y="1815"/>
                  </a:lnTo>
                  <a:lnTo>
                    <a:pt x="1082" y="1815"/>
                  </a:lnTo>
                  <a:lnTo>
                    <a:pt x="1275" y="1738"/>
                  </a:lnTo>
                  <a:lnTo>
                    <a:pt x="1430" y="1661"/>
                  </a:lnTo>
                  <a:lnTo>
                    <a:pt x="1545" y="1545"/>
                  </a:lnTo>
                  <a:lnTo>
                    <a:pt x="1661" y="1429"/>
                  </a:lnTo>
                  <a:lnTo>
                    <a:pt x="1739" y="1275"/>
                  </a:lnTo>
                  <a:lnTo>
                    <a:pt x="1816" y="1082"/>
                  </a:lnTo>
                  <a:lnTo>
                    <a:pt x="1816" y="927"/>
                  </a:lnTo>
                  <a:lnTo>
                    <a:pt x="1816" y="734"/>
                  </a:lnTo>
                  <a:lnTo>
                    <a:pt x="1739" y="541"/>
                  </a:lnTo>
                  <a:lnTo>
                    <a:pt x="1661" y="425"/>
                  </a:lnTo>
                  <a:lnTo>
                    <a:pt x="1545" y="271"/>
                  </a:lnTo>
                  <a:lnTo>
                    <a:pt x="1430" y="155"/>
                  </a:lnTo>
                  <a:lnTo>
                    <a:pt x="1275" y="78"/>
                  </a:lnTo>
                  <a:lnTo>
                    <a:pt x="1082" y="39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9"/>
            <p:cNvSpPr/>
            <p:nvPr/>
          </p:nvSpPr>
          <p:spPr>
            <a:xfrm>
              <a:off x="5967704" y="1262837"/>
              <a:ext cx="82678" cy="101635"/>
            </a:xfrm>
            <a:custGeom>
              <a:avLst/>
              <a:gdLst/>
              <a:ahLst/>
              <a:cxnLst/>
              <a:rect l="l" t="t" r="r" b="b"/>
              <a:pathLst>
                <a:path w="1352" h="1662" extrusionOk="0">
                  <a:moveTo>
                    <a:pt x="656" y="271"/>
                  </a:moveTo>
                  <a:lnTo>
                    <a:pt x="811" y="310"/>
                  </a:lnTo>
                  <a:lnTo>
                    <a:pt x="965" y="425"/>
                  </a:lnTo>
                  <a:lnTo>
                    <a:pt x="1043" y="618"/>
                  </a:lnTo>
                  <a:lnTo>
                    <a:pt x="1081" y="850"/>
                  </a:lnTo>
                  <a:lnTo>
                    <a:pt x="1043" y="1082"/>
                  </a:lnTo>
                  <a:lnTo>
                    <a:pt x="965" y="1275"/>
                  </a:lnTo>
                  <a:lnTo>
                    <a:pt x="811" y="1391"/>
                  </a:lnTo>
                  <a:lnTo>
                    <a:pt x="656" y="1429"/>
                  </a:lnTo>
                  <a:lnTo>
                    <a:pt x="502" y="1391"/>
                  </a:lnTo>
                  <a:lnTo>
                    <a:pt x="386" y="1275"/>
                  </a:lnTo>
                  <a:lnTo>
                    <a:pt x="270" y="1082"/>
                  </a:lnTo>
                  <a:lnTo>
                    <a:pt x="232" y="850"/>
                  </a:lnTo>
                  <a:lnTo>
                    <a:pt x="270" y="618"/>
                  </a:lnTo>
                  <a:lnTo>
                    <a:pt x="386" y="425"/>
                  </a:lnTo>
                  <a:lnTo>
                    <a:pt x="502" y="310"/>
                  </a:lnTo>
                  <a:lnTo>
                    <a:pt x="656" y="271"/>
                  </a:lnTo>
                  <a:close/>
                  <a:moveTo>
                    <a:pt x="656" y="1"/>
                  </a:moveTo>
                  <a:lnTo>
                    <a:pt x="541" y="39"/>
                  </a:lnTo>
                  <a:lnTo>
                    <a:pt x="386" y="78"/>
                  </a:lnTo>
                  <a:lnTo>
                    <a:pt x="270" y="155"/>
                  </a:lnTo>
                  <a:lnTo>
                    <a:pt x="193" y="271"/>
                  </a:lnTo>
                  <a:lnTo>
                    <a:pt x="116" y="387"/>
                  </a:lnTo>
                  <a:lnTo>
                    <a:pt x="39" y="541"/>
                  </a:lnTo>
                  <a:lnTo>
                    <a:pt x="0" y="657"/>
                  </a:lnTo>
                  <a:lnTo>
                    <a:pt x="0" y="850"/>
                  </a:lnTo>
                  <a:lnTo>
                    <a:pt x="0" y="1005"/>
                  </a:lnTo>
                  <a:lnTo>
                    <a:pt x="39" y="1159"/>
                  </a:lnTo>
                  <a:lnTo>
                    <a:pt x="116" y="1275"/>
                  </a:lnTo>
                  <a:lnTo>
                    <a:pt x="193" y="1391"/>
                  </a:lnTo>
                  <a:lnTo>
                    <a:pt x="270" y="1507"/>
                  </a:lnTo>
                  <a:lnTo>
                    <a:pt x="386" y="1584"/>
                  </a:lnTo>
                  <a:lnTo>
                    <a:pt x="541" y="1622"/>
                  </a:lnTo>
                  <a:lnTo>
                    <a:pt x="656" y="1661"/>
                  </a:lnTo>
                  <a:lnTo>
                    <a:pt x="811" y="1622"/>
                  </a:lnTo>
                  <a:lnTo>
                    <a:pt x="927" y="1584"/>
                  </a:lnTo>
                  <a:lnTo>
                    <a:pt x="1043" y="1507"/>
                  </a:lnTo>
                  <a:lnTo>
                    <a:pt x="1158" y="1391"/>
                  </a:lnTo>
                  <a:lnTo>
                    <a:pt x="1236" y="1275"/>
                  </a:lnTo>
                  <a:lnTo>
                    <a:pt x="1274" y="1159"/>
                  </a:lnTo>
                  <a:lnTo>
                    <a:pt x="1313" y="1005"/>
                  </a:lnTo>
                  <a:lnTo>
                    <a:pt x="1352" y="850"/>
                  </a:lnTo>
                  <a:lnTo>
                    <a:pt x="1313" y="657"/>
                  </a:lnTo>
                  <a:lnTo>
                    <a:pt x="1274" y="541"/>
                  </a:lnTo>
                  <a:lnTo>
                    <a:pt x="1236" y="387"/>
                  </a:lnTo>
                  <a:lnTo>
                    <a:pt x="1158" y="271"/>
                  </a:lnTo>
                  <a:lnTo>
                    <a:pt x="1043" y="155"/>
                  </a:lnTo>
                  <a:lnTo>
                    <a:pt x="927" y="78"/>
                  </a:lnTo>
                  <a:lnTo>
                    <a:pt x="811" y="39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9"/>
            <p:cNvSpPr/>
            <p:nvPr/>
          </p:nvSpPr>
          <p:spPr>
            <a:xfrm>
              <a:off x="6168405" y="1298244"/>
              <a:ext cx="37853" cy="14249"/>
            </a:xfrm>
            <a:custGeom>
              <a:avLst/>
              <a:gdLst/>
              <a:ahLst/>
              <a:cxnLst/>
              <a:rect l="l" t="t" r="r" b="b"/>
              <a:pathLst>
                <a:path w="619" h="233" extrusionOk="0">
                  <a:moveTo>
                    <a:pt x="0" y="1"/>
                  </a:moveTo>
                  <a:lnTo>
                    <a:pt x="0" y="233"/>
                  </a:lnTo>
                  <a:lnTo>
                    <a:pt x="618" y="23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9"/>
            <p:cNvSpPr/>
            <p:nvPr/>
          </p:nvSpPr>
          <p:spPr>
            <a:xfrm>
              <a:off x="6038518" y="1295920"/>
              <a:ext cx="40177" cy="21281"/>
            </a:xfrm>
            <a:custGeom>
              <a:avLst/>
              <a:gdLst/>
              <a:ahLst/>
              <a:cxnLst/>
              <a:rect l="l" t="t" r="r" b="b"/>
              <a:pathLst>
                <a:path w="657" h="348" extrusionOk="0">
                  <a:moveTo>
                    <a:pt x="271" y="0"/>
                  </a:moveTo>
                  <a:lnTo>
                    <a:pt x="78" y="39"/>
                  </a:lnTo>
                  <a:lnTo>
                    <a:pt x="0" y="77"/>
                  </a:lnTo>
                  <a:lnTo>
                    <a:pt x="116" y="271"/>
                  </a:lnTo>
                  <a:lnTo>
                    <a:pt x="155" y="271"/>
                  </a:lnTo>
                  <a:lnTo>
                    <a:pt x="271" y="232"/>
                  </a:lnTo>
                  <a:lnTo>
                    <a:pt x="387" y="271"/>
                  </a:lnTo>
                  <a:lnTo>
                    <a:pt x="541" y="348"/>
                  </a:lnTo>
                  <a:lnTo>
                    <a:pt x="657" y="116"/>
                  </a:lnTo>
                  <a:lnTo>
                    <a:pt x="464" y="39"/>
                  </a:lnTo>
                  <a:lnTo>
                    <a:pt x="2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9"/>
            <p:cNvSpPr/>
            <p:nvPr/>
          </p:nvSpPr>
          <p:spPr>
            <a:xfrm>
              <a:off x="6213230" y="1513132"/>
              <a:ext cx="514904" cy="675429"/>
            </a:xfrm>
            <a:custGeom>
              <a:avLst/>
              <a:gdLst/>
              <a:ahLst/>
              <a:cxnLst/>
              <a:rect l="l" t="t" r="r" b="b"/>
              <a:pathLst>
                <a:path w="8420" h="11045" extrusionOk="0">
                  <a:moveTo>
                    <a:pt x="1430" y="1"/>
                  </a:moveTo>
                  <a:lnTo>
                    <a:pt x="1044" y="117"/>
                  </a:lnTo>
                  <a:lnTo>
                    <a:pt x="735" y="310"/>
                  </a:lnTo>
                  <a:lnTo>
                    <a:pt x="464" y="541"/>
                  </a:lnTo>
                  <a:lnTo>
                    <a:pt x="271" y="812"/>
                  </a:lnTo>
                  <a:lnTo>
                    <a:pt x="155" y="1082"/>
                  </a:lnTo>
                  <a:lnTo>
                    <a:pt x="78" y="1391"/>
                  </a:lnTo>
                  <a:lnTo>
                    <a:pt x="1" y="1661"/>
                  </a:lnTo>
                  <a:lnTo>
                    <a:pt x="1" y="1970"/>
                  </a:lnTo>
                  <a:lnTo>
                    <a:pt x="40" y="2549"/>
                  </a:lnTo>
                  <a:lnTo>
                    <a:pt x="117" y="3051"/>
                  </a:lnTo>
                  <a:lnTo>
                    <a:pt x="271" y="3515"/>
                  </a:lnTo>
                  <a:lnTo>
                    <a:pt x="3862" y="7299"/>
                  </a:lnTo>
                  <a:lnTo>
                    <a:pt x="889" y="9114"/>
                  </a:lnTo>
                  <a:lnTo>
                    <a:pt x="1082" y="9230"/>
                  </a:lnTo>
                  <a:lnTo>
                    <a:pt x="1198" y="9384"/>
                  </a:lnTo>
                  <a:lnTo>
                    <a:pt x="1430" y="9654"/>
                  </a:lnTo>
                  <a:lnTo>
                    <a:pt x="1584" y="10002"/>
                  </a:lnTo>
                  <a:lnTo>
                    <a:pt x="1661" y="10311"/>
                  </a:lnTo>
                  <a:lnTo>
                    <a:pt x="1700" y="10581"/>
                  </a:lnTo>
                  <a:lnTo>
                    <a:pt x="1739" y="10813"/>
                  </a:lnTo>
                  <a:lnTo>
                    <a:pt x="1739" y="11045"/>
                  </a:lnTo>
                  <a:lnTo>
                    <a:pt x="2820" y="10736"/>
                  </a:lnTo>
                  <a:lnTo>
                    <a:pt x="3901" y="10388"/>
                  </a:lnTo>
                  <a:lnTo>
                    <a:pt x="5137" y="9925"/>
                  </a:lnTo>
                  <a:lnTo>
                    <a:pt x="6372" y="9461"/>
                  </a:lnTo>
                  <a:lnTo>
                    <a:pt x="6913" y="9191"/>
                  </a:lnTo>
                  <a:lnTo>
                    <a:pt x="7415" y="8921"/>
                  </a:lnTo>
                  <a:lnTo>
                    <a:pt x="7840" y="8651"/>
                  </a:lnTo>
                  <a:lnTo>
                    <a:pt x="8149" y="8380"/>
                  </a:lnTo>
                  <a:lnTo>
                    <a:pt x="8265" y="8264"/>
                  </a:lnTo>
                  <a:lnTo>
                    <a:pt x="8342" y="8149"/>
                  </a:lnTo>
                  <a:lnTo>
                    <a:pt x="8419" y="7994"/>
                  </a:lnTo>
                  <a:lnTo>
                    <a:pt x="8419" y="7878"/>
                  </a:lnTo>
                  <a:lnTo>
                    <a:pt x="8342" y="7647"/>
                  </a:lnTo>
                  <a:lnTo>
                    <a:pt x="8265" y="7376"/>
                  </a:lnTo>
                  <a:lnTo>
                    <a:pt x="8149" y="7067"/>
                  </a:lnTo>
                  <a:lnTo>
                    <a:pt x="7994" y="6758"/>
                  </a:lnTo>
                  <a:lnTo>
                    <a:pt x="7570" y="6063"/>
                  </a:lnTo>
                  <a:lnTo>
                    <a:pt x="7068" y="5368"/>
                  </a:lnTo>
                  <a:lnTo>
                    <a:pt x="6488" y="4596"/>
                  </a:lnTo>
                  <a:lnTo>
                    <a:pt x="5909" y="3862"/>
                  </a:lnTo>
                  <a:lnTo>
                    <a:pt x="4673" y="2472"/>
                  </a:lnTo>
                  <a:lnTo>
                    <a:pt x="4094" y="1854"/>
                  </a:lnTo>
                  <a:lnTo>
                    <a:pt x="3515" y="1352"/>
                  </a:lnTo>
                  <a:lnTo>
                    <a:pt x="2974" y="928"/>
                  </a:lnTo>
                  <a:lnTo>
                    <a:pt x="2472" y="580"/>
                  </a:lnTo>
                  <a:lnTo>
                    <a:pt x="2048" y="310"/>
                  </a:lnTo>
                  <a:lnTo>
                    <a:pt x="1700" y="117"/>
                  </a:lnTo>
                  <a:lnTo>
                    <a:pt x="14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9"/>
            <p:cNvSpPr/>
            <p:nvPr/>
          </p:nvSpPr>
          <p:spPr>
            <a:xfrm>
              <a:off x="6449400" y="1905117"/>
              <a:ext cx="87448" cy="56750"/>
            </a:xfrm>
            <a:custGeom>
              <a:avLst/>
              <a:gdLst/>
              <a:ahLst/>
              <a:cxnLst/>
              <a:rect l="l" t="t" r="r" b="b"/>
              <a:pathLst>
                <a:path w="1430" h="928" extrusionOk="0">
                  <a:moveTo>
                    <a:pt x="1429" y="1"/>
                  </a:moveTo>
                  <a:lnTo>
                    <a:pt x="0" y="889"/>
                  </a:lnTo>
                  <a:lnTo>
                    <a:pt x="39" y="928"/>
                  </a:lnTo>
                  <a:lnTo>
                    <a:pt x="1429" y="39"/>
                  </a:lnTo>
                  <a:lnTo>
                    <a:pt x="1429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9"/>
            <p:cNvSpPr/>
            <p:nvPr/>
          </p:nvSpPr>
          <p:spPr>
            <a:xfrm>
              <a:off x="5700835" y="2138901"/>
              <a:ext cx="132273" cy="99251"/>
            </a:xfrm>
            <a:custGeom>
              <a:avLst/>
              <a:gdLst/>
              <a:ahLst/>
              <a:cxnLst/>
              <a:rect l="l" t="t" r="r" b="b"/>
              <a:pathLst>
                <a:path w="2163" h="1623" extrusionOk="0">
                  <a:moveTo>
                    <a:pt x="850" y="1"/>
                  </a:moveTo>
                  <a:lnTo>
                    <a:pt x="618" y="39"/>
                  </a:lnTo>
                  <a:lnTo>
                    <a:pt x="387" y="78"/>
                  </a:lnTo>
                  <a:lnTo>
                    <a:pt x="194" y="194"/>
                  </a:lnTo>
                  <a:lnTo>
                    <a:pt x="1" y="310"/>
                  </a:lnTo>
                  <a:lnTo>
                    <a:pt x="309" y="850"/>
                  </a:lnTo>
                  <a:lnTo>
                    <a:pt x="580" y="1236"/>
                  </a:lnTo>
                  <a:lnTo>
                    <a:pt x="734" y="1391"/>
                  </a:lnTo>
                  <a:lnTo>
                    <a:pt x="927" y="1507"/>
                  </a:lnTo>
                  <a:lnTo>
                    <a:pt x="1082" y="1545"/>
                  </a:lnTo>
                  <a:lnTo>
                    <a:pt x="1236" y="1623"/>
                  </a:lnTo>
                  <a:lnTo>
                    <a:pt x="1468" y="1623"/>
                  </a:lnTo>
                  <a:lnTo>
                    <a:pt x="1738" y="1584"/>
                  </a:lnTo>
                  <a:lnTo>
                    <a:pt x="1970" y="1507"/>
                  </a:lnTo>
                  <a:lnTo>
                    <a:pt x="2163" y="1391"/>
                  </a:lnTo>
                  <a:lnTo>
                    <a:pt x="2163" y="1352"/>
                  </a:lnTo>
                  <a:lnTo>
                    <a:pt x="2163" y="1082"/>
                  </a:lnTo>
                  <a:lnTo>
                    <a:pt x="2086" y="850"/>
                  </a:lnTo>
                  <a:lnTo>
                    <a:pt x="1970" y="619"/>
                  </a:lnTo>
                  <a:lnTo>
                    <a:pt x="1777" y="387"/>
                  </a:lnTo>
                  <a:lnTo>
                    <a:pt x="1584" y="232"/>
                  </a:lnTo>
                  <a:lnTo>
                    <a:pt x="1352" y="117"/>
                  </a:lnTo>
                  <a:lnTo>
                    <a:pt x="1120" y="39"/>
                  </a:lnTo>
                  <a:lnTo>
                    <a:pt x="850" y="1"/>
                  </a:lnTo>
                  <a:close/>
                </a:path>
              </a:pathLst>
            </a:custGeom>
            <a:solidFill>
              <a:srgbClr val="144356">
                <a:alpha val="37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9"/>
            <p:cNvSpPr/>
            <p:nvPr/>
          </p:nvSpPr>
          <p:spPr>
            <a:xfrm>
              <a:off x="5261639" y="2323091"/>
              <a:ext cx="1057938" cy="902122"/>
            </a:xfrm>
            <a:custGeom>
              <a:avLst/>
              <a:gdLst/>
              <a:ahLst/>
              <a:cxnLst/>
              <a:rect l="l" t="t" r="r" b="b"/>
              <a:pathLst>
                <a:path w="17300" h="14752" extrusionOk="0">
                  <a:moveTo>
                    <a:pt x="11507" y="1"/>
                  </a:moveTo>
                  <a:lnTo>
                    <a:pt x="9654" y="387"/>
                  </a:lnTo>
                  <a:lnTo>
                    <a:pt x="7569" y="850"/>
                  </a:lnTo>
                  <a:lnTo>
                    <a:pt x="4904" y="1468"/>
                  </a:lnTo>
                  <a:lnTo>
                    <a:pt x="4209" y="1661"/>
                  </a:lnTo>
                  <a:lnTo>
                    <a:pt x="3630" y="1854"/>
                  </a:lnTo>
                  <a:lnTo>
                    <a:pt x="3089" y="2047"/>
                  </a:lnTo>
                  <a:lnTo>
                    <a:pt x="2665" y="2279"/>
                  </a:lnTo>
                  <a:lnTo>
                    <a:pt x="2278" y="2511"/>
                  </a:lnTo>
                  <a:lnTo>
                    <a:pt x="1970" y="2704"/>
                  </a:lnTo>
                  <a:lnTo>
                    <a:pt x="1699" y="2935"/>
                  </a:lnTo>
                  <a:lnTo>
                    <a:pt x="1468" y="3167"/>
                  </a:lnTo>
                  <a:lnTo>
                    <a:pt x="1313" y="3360"/>
                  </a:lnTo>
                  <a:lnTo>
                    <a:pt x="1197" y="3553"/>
                  </a:lnTo>
                  <a:lnTo>
                    <a:pt x="1043" y="3862"/>
                  </a:lnTo>
                  <a:lnTo>
                    <a:pt x="966" y="4055"/>
                  </a:lnTo>
                  <a:lnTo>
                    <a:pt x="966" y="4132"/>
                  </a:lnTo>
                  <a:lnTo>
                    <a:pt x="0" y="14327"/>
                  </a:lnTo>
                  <a:lnTo>
                    <a:pt x="348" y="14443"/>
                  </a:lnTo>
                  <a:lnTo>
                    <a:pt x="657" y="14558"/>
                  </a:lnTo>
                  <a:lnTo>
                    <a:pt x="1352" y="14674"/>
                  </a:lnTo>
                  <a:lnTo>
                    <a:pt x="2085" y="14752"/>
                  </a:lnTo>
                  <a:lnTo>
                    <a:pt x="3360" y="14752"/>
                  </a:lnTo>
                  <a:lnTo>
                    <a:pt x="3862" y="14713"/>
                  </a:lnTo>
                  <a:lnTo>
                    <a:pt x="4286" y="14636"/>
                  </a:lnTo>
                  <a:lnTo>
                    <a:pt x="5870" y="5677"/>
                  </a:lnTo>
                  <a:lnTo>
                    <a:pt x="8882" y="5484"/>
                  </a:lnTo>
                  <a:lnTo>
                    <a:pt x="11585" y="5330"/>
                  </a:lnTo>
                  <a:lnTo>
                    <a:pt x="14133" y="5175"/>
                  </a:lnTo>
                  <a:lnTo>
                    <a:pt x="14404" y="5175"/>
                  </a:lnTo>
                  <a:lnTo>
                    <a:pt x="14674" y="5098"/>
                  </a:lnTo>
                  <a:lnTo>
                    <a:pt x="14906" y="5059"/>
                  </a:lnTo>
                  <a:lnTo>
                    <a:pt x="15137" y="4943"/>
                  </a:lnTo>
                  <a:lnTo>
                    <a:pt x="15330" y="4828"/>
                  </a:lnTo>
                  <a:lnTo>
                    <a:pt x="15523" y="4673"/>
                  </a:lnTo>
                  <a:lnTo>
                    <a:pt x="15910" y="4364"/>
                  </a:lnTo>
                  <a:lnTo>
                    <a:pt x="16180" y="3939"/>
                  </a:lnTo>
                  <a:lnTo>
                    <a:pt x="16450" y="3515"/>
                  </a:lnTo>
                  <a:lnTo>
                    <a:pt x="16682" y="3051"/>
                  </a:lnTo>
                  <a:lnTo>
                    <a:pt x="16836" y="2588"/>
                  </a:lnTo>
                  <a:lnTo>
                    <a:pt x="16991" y="2124"/>
                  </a:lnTo>
                  <a:lnTo>
                    <a:pt x="17107" y="1661"/>
                  </a:lnTo>
                  <a:lnTo>
                    <a:pt x="17222" y="850"/>
                  </a:lnTo>
                  <a:lnTo>
                    <a:pt x="17300" y="310"/>
                  </a:lnTo>
                  <a:lnTo>
                    <a:pt x="17300" y="78"/>
                  </a:lnTo>
                  <a:lnTo>
                    <a:pt x="115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9"/>
            <p:cNvSpPr/>
            <p:nvPr/>
          </p:nvSpPr>
          <p:spPr>
            <a:xfrm>
              <a:off x="5261639" y="2323091"/>
              <a:ext cx="1057938" cy="902122"/>
            </a:xfrm>
            <a:custGeom>
              <a:avLst/>
              <a:gdLst/>
              <a:ahLst/>
              <a:cxnLst/>
              <a:rect l="l" t="t" r="r" b="b"/>
              <a:pathLst>
                <a:path w="17300" h="14752" fill="none" extrusionOk="0">
                  <a:moveTo>
                    <a:pt x="17300" y="78"/>
                  </a:moveTo>
                  <a:lnTo>
                    <a:pt x="17300" y="78"/>
                  </a:lnTo>
                  <a:lnTo>
                    <a:pt x="17300" y="310"/>
                  </a:lnTo>
                  <a:lnTo>
                    <a:pt x="17222" y="850"/>
                  </a:lnTo>
                  <a:lnTo>
                    <a:pt x="17107" y="1661"/>
                  </a:lnTo>
                  <a:lnTo>
                    <a:pt x="16991" y="2124"/>
                  </a:lnTo>
                  <a:lnTo>
                    <a:pt x="16836" y="2588"/>
                  </a:lnTo>
                  <a:lnTo>
                    <a:pt x="16682" y="3051"/>
                  </a:lnTo>
                  <a:lnTo>
                    <a:pt x="16450" y="3515"/>
                  </a:lnTo>
                  <a:lnTo>
                    <a:pt x="16180" y="3939"/>
                  </a:lnTo>
                  <a:lnTo>
                    <a:pt x="15910" y="4364"/>
                  </a:lnTo>
                  <a:lnTo>
                    <a:pt x="15523" y="4673"/>
                  </a:lnTo>
                  <a:lnTo>
                    <a:pt x="15330" y="4828"/>
                  </a:lnTo>
                  <a:lnTo>
                    <a:pt x="15137" y="4943"/>
                  </a:lnTo>
                  <a:lnTo>
                    <a:pt x="14906" y="5059"/>
                  </a:lnTo>
                  <a:lnTo>
                    <a:pt x="14674" y="5098"/>
                  </a:lnTo>
                  <a:lnTo>
                    <a:pt x="14404" y="5175"/>
                  </a:lnTo>
                  <a:lnTo>
                    <a:pt x="14133" y="5175"/>
                  </a:lnTo>
                  <a:lnTo>
                    <a:pt x="14133" y="5175"/>
                  </a:lnTo>
                  <a:lnTo>
                    <a:pt x="11585" y="5330"/>
                  </a:lnTo>
                  <a:lnTo>
                    <a:pt x="8882" y="5484"/>
                  </a:lnTo>
                  <a:lnTo>
                    <a:pt x="5870" y="5677"/>
                  </a:lnTo>
                  <a:lnTo>
                    <a:pt x="4286" y="14636"/>
                  </a:lnTo>
                  <a:lnTo>
                    <a:pt x="4286" y="14636"/>
                  </a:lnTo>
                  <a:lnTo>
                    <a:pt x="3862" y="14713"/>
                  </a:lnTo>
                  <a:lnTo>
                    <a:pt x="3360" y="14752"/>
                  </a:lnTo>
                  <a:lnTo>
                    <a:pt x="2780" y="14752"/>
                  </a:lnTo>
                  <a:lnTo>
                    <a:pt x="2085" y="14752"/>
                  </a:lnTo>
                  <a:lnTo>
                    <a:pt x="1352" y="14674"/>
                  </a:lnTo>
                  <a:lnTo>
                    <a:pt x="657" y="14558"/>
                  </a:lnTo>
                  <a:lnTo>
                    <a:pt x="348" y="14443"/>
                  </a:lnTo>
                  <a:lnTo>
                    <a:pt x="0" y="14327"/>
                  </a:lnTo>
                  <a:lnTo>
                    <a:pt x="0" y="14327"/>
                  </a:lnTo>
                  <a:lnTo>
                    <a:pt x="966" y="4132"/>
                  </a:lnTo>
                  <a:lnTo>
                    <a:pt x="966" y="4132"/>
                  </a:lnTo>
                  <a:lnTo>
                    <a:pt x="966" y="4055"/>
                  </a:lnTo>
                  <a:lnTo>
                    <a:pt x="1043" y="3862"/>
                  </a:lnTo>
                  <a:lnTo>
                    <a:pt x="1197" y="3553"/>
                  </a:lnTo>
                  <a:lnTo>
                    <a:pt x="1313" y="3360"/>
                  </a:lnTo>
                  <a:lnTo>
                    <a:pt x="1468" y="3167"/>
                  </a:lnTo>
                  <a:lnTo>
                    <a:pt x="1699" y="2935"/>
                  </a:lnTo>
                  <a:lnTo>
                    <a:pt x="1970" y="2704"/>
                  </a:lnTo>
                  <a:lnTo>
                    <a:pt x="2278" y="2511"/>
                  </a:lnTo>
                  <a:lnTo>
                    <a:pt x="2665" y="2279"/>
                  </a:lnTo>
                  <a:lnTo>
                    <a:pt x="3089" y="2047"/>
                  </a:lnTo>
                  <a:lnTo>
                    <a:pt x="3630" y="1854"/>
                  </a:lnTo>
                  <a:lnTo>
                    <a:pt x="4209" y="1661"/>
                  </a:lnTo>
                  <a:lnTo>
                    <a:pt x="4904" y="1468"/>
                  </a:lnTo>
                  <a:lnTo>
                    <a:pt x="4904" y="1468"/>
                  </a:lnTo>
                  <a:lnTo>
                    <a:pt x="7569" y="850"/>
                  </a:lnTo>
                  <a:lnTo>
                    <a:pt x="9654" y="387"/>
                  </a:lnTo>
                  <a:lnTo>
                    <a:pt x="11507" y="1"/>
                  </a:lnTo>
                  <a:lnTo>
                    <a:pt x="17300" y="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9"/>
            <p:cNvSpPr/>
            <p:nvPr/>
          </p:nvSpPr>
          <p:spPr>
            <a:xfrm>
              <a:off x="6007820" y="2323091"/>
              <a:ext cx="210242" cy="210242"/>
            </a:xfrm>
            <a:custGeom>
              <a:avLst/>
              <a:gdLst/>
              <a:ahLst/>
              <a:cxnLst/>
              <a:rect l="l" t="t" r="r" b="b"/>
              <a:pathLst>
                <a:path w="3438" h="3438" extrusionOk="0">
                  <a:moveTo>
                    <a:pt x="0" y="1"/>
                  </a:moveTo>
                  <a:lnTo>
                    <a:pt x="78" y="425"/>
                  </a:lnTo>
                  <a:lnTo>
                    <a:pt x="232" y="850"/>
                  </a:lnTo>
                  <a:lnTo>
                    <a:pt x="387" y="1198"/>
                  </a:lnTo>
                  <a:lnTo>
                    <a:pt x="580" y="1545"/>
                  </a:lnTo>
                  <a:lnTo>
                    <a:pt x="811" y="1854"/>
                  </a:lnTo>
                  <a:lnTo>
                    <a:pt x="1004" y="2163"/>
                  </a:lnTo>
                  <a:lnTo>
                    <a:pt x="1506" y="2626"/>
                  </a:lnTo>
                  <a:lnTo>
                    <a:pt x="1931" y="2974"/>
                  </a:lnTo>
                  <a:lnTo>
                    <a:pt x="2356" y="3244"/>
                  </a:lnTo>
                  <a:lnTo>
                    <a:pt x="2704" y="3437"/>
                  </a:lnTo>
                  <a:lnTo>
                    <a:pt x="2781" y="3399"/>
                  </a:lnTo>
                  <a:lnTo>
                    <a:pt x="2935" y="3283"/>
                  </a:lnTo>
                  <a:lnTo>
                    <a:pt x="3167" y="2935"/>
                  </a:lnTo>
                  <a:lnTo>
                    <a:pt x="3283" y="2704"/>
                  </a:lnTo>
                  <a:lnTo>
                    <a:pt x="3437" y="2395"/>
                  </a:lnTo>
                  <a:lnTo>
                    <a:pt x="3051" y="2279"/>
                  </a:lnTo>
                  <a:lnTo>
                    <a:pt x="2742" y="2163"/>
                  </a:lnTo>
                  <a:lnTo>
                    <a:pt x="2433" y="2009"/>
                  </a:lnTo>
                  <a:lnTo>
                    <a:pt x="2163" y="1816"/>
                  </a:lnTo>
                  <a:lnTo>
                    <a:pt x="1893" y="1622"/>
                  </a:lnTo>
                  <a:lnTo>
                    <a:pt x="1700" y="1429"/>
                  </a:lnTo>
                  <a:lnTo>
                    <a:pt x="1352" y="1005"/>
                  </a:lnTo>
                  <a:lnTo>
                    <a:pt x="1120" y="619"/>
                  </a:lnTo>
                  <a:lnTo>
                    <a:pt x="927" y="310"/>
                  </a:lnTo>
                  <a:lnTo>
                    <a:pt x="81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9"/>
            <p:cNvSpPr/>
            <p:nvPr/>
          </p:nvSpPr>
          <p:spPr>
            <a:xfrm>
              <a:off x="5452924" y="2327799"/>
              <a:ext cx="793454" cy="899798"/>
            </a:xfrm>
            <a:custGeom>
              <a:avLst/>
              <a:gdLst/>
              <a:ahLst/>
              <a:cxnLst/>
              <a:rect l="l" t="t" r="r" b="b"/>
              <a:pathLst>
                <a:path w="12975" h="14714" extrusionOk="0">
                  <a:moveTo>
                    <a:pt x="12859" y="1"/>
                  </a:moveTo>
                  <a:lnTo>
                    <a:pt x="12859" y="78"/>
                  </a:lnTo>
                  <a:lnTo>
                    <a:pt x="12820" y="348"/>
                  </a:lnTo>
                  <a:lnTo>
                    <a:pt x="12782" y="812"/>
                  </a:lnTo>
                  <a:lnTo>
                    <a:pt x="12704" y="1391"/>
                  </a:lnTo>
                  <a:lnTo>
                    <a:pt x="12550" y="2009"/>
                  </a:lnTo>
                  <a:lnTo>
                    <a:pt x="12434" y="2318"/>
                  </a:lnTo>
                  <a:lnTo>
                    <a:pt x="12280" y="2665"/>
                  </a:lnTo>
                  <a:lnTo>
                    <a:pt x="12086" y="2974"/>
                  </a:lnTo>
                  <a:lnTo>
                    <a:pt x="11893" y="3245"/>
                  </a:lnTo>
                  <a:lnTo>
                    <a:pt x="11623" y="3515"/>
                  </a:lnTo>
                  <a:lnTo>
                    <a:pt x="11353" y="3785"/>
                  </a:lnTo>
                  <a:lnTo>
                    <a:pt x="11044" y="3978"/>
                  </a:lnTo>
                  <a:lnTo>
                    <a:pt x="10658" y="4133"/>
                  </a:lnTo>
                  <a:lnTo>
                    <a:pt x="10233" y="4249"/>
                  </a:lnTo>
                  <a:lnTo>
                    <a:pt x="9731" y="4326"/>
                  </a:lnTo>
                  <a:lnTo>
                    <a:pt x="9113" y="4364"/>
                  </a:lnTo>
                  <a:lnTo>
                    <a:pt x="8418" y="4403"/>
                  </a:lnTo>
                  <a:lnTo>
                    <a:pt x="7067" y="4364"/>
                  </a:lnTo>
                  <a:lnTo>
                    <a:pt x="5715" y="4249"/>
                  </a:lnTo>
                  <a:lnTo>
                    <a:pt x="4441" y="4133"/>
                  </a:lnTo>
                  <a:lnTo>
                    <a:pt x="3321" y="4017"/>
                  </a:lnTo>
                  <a:lnTo>
                    <a:pt x="3205" y="4017"/>
                  </a:lnTo>
                  <a:lnTo>
                    <a:pt x="2973" y="4055"/>
                  </a:lnTo>
                  <a:lnTo>
                    <a:pt x="2742" y="4094"/>
                  </a:lnTo>
                  <a:lnTo>
                    <a:pt x="2549" y="4210"/>
                  </a:lnTo>
                  <a:lnTo>
                    <a:pt x="2356" y="4326"/>
                  </a:lnTo>
                  <a:lnTo>
                    <a:pt x="2201" y="4480"/>
                  </a:lnTo>
                  <a:lnTo>
                    <a:pt x="2047" y="4673"/>
                  </a:lnTo>
                  <a:lnTo>
                    <a:pt x="1969" y="4866"/>
                  </a:lnTo>
                  <a:lnTo>
                    <a:pt x="1892" y="5098"/>
                  </a:lnTo>
                  <a:lnTo>
                    <a:pt x="0" y="14675"/>
                  </a:lnTo>
                  <a:lnTo>
                    <a:pt x="116" y="14713"/>
                  </a:lnTo>
                  <a:lnTo>
                    <a:pt x="2008" y="5137"/>
                  </a:lnTo>
                  <a:lnTo>
                    <a:pt x="2085" y="4905"/>
                  </a:lnTo>
                  <a:lnTo>
                    <a:pt x="2162" y="4712"/>
                  </a:lnTo>
                  <a:lnTo>
                    <a:pt x="2278" y="4557"/>
                  </a:lnTo>
                  <a:lnTo>
                    <a:pt x="2433" y="4403"/>
                  </a:lnTo>
                  <a:lnTo>
                    <a:pt x="2587" y="4287"/>
                  </a:lnTo>
                  <a:lnTo>
                    <a:pt x="2780" y="4210"/>
                  </a:lnTo>
                  <a:lnTo>
                    <a:pt x="2973" y="4171"/>
                  </a:lnTo>
                  <a:lnTo>
                    <a:pt x="3205" y="4133"/>
                  </a:lnTo>
                  <a:lnTo>
                    <a:pt x="3321" y="4171"/>
                  </a:lnTo>
                  <a:lnTo>
                    <a:pt x="4402" y="4287"/>
                  </a:lnTo>
                  <a:lnTo>
                    <a:pt x="5715" y="4403"/>
                  </a:lnTo>
                  <a:lnTo>
                    <a:pt x="7067" y="4480"/>
                  </a:lnTo>
                  <a:lnTo>
                    <a:pt x="8418" y="4519"/>
                  </a:lnTo>
                  <a:lnTo>
                    <a:pt x="9113" y="4480"/>
                  </a:lnTo>
                  <a:lnTo>
                    <a:pt x="9731" y="4442"/>
                  </a:lnTo>
                  <a:lnTo>
                    <a:pt x="10272" y="4364"/>
                  </a:lnTo>
                  <a:lnTo>
                    <a:pt x="10696" y="4249"/>
                  </a:lnTo>
                  <a:lnTo>
                    <a:pt x="11082" y="4094"/>
                  </a:lnTo>
                  <a:lnTo>
                    <a:pt x="11430" y="3862"/>
                  </a:lnTo>
                  <a:lnTo>
                    <a:pt x="11739" y="3631"/>
                  </a:lnTo>
                  <a:lnTo>
                    <a:pt x="11971" y="3322"/>
                  </a:lnTo>
                  <a:lnTo>
                    <a:pt x="12202" y="3013"/>
                  </a:lnTo>
                  <a:lnTo>
                    <a:pt x="12395" y="2704"/>
                  </a:lnTo>
                  <a:lnTo>
                    <a:pt x="12511" y="2356"/>
                  </a:lnTo>
                  <a:lnTo>
                    <a:pt x="12666" y="2047"/>
                  </a:lnTo>
                  <a:lnTo>
                    <a:pt x="12820" y="1391"/>
                  </a:lnTo>
                  <a:lnTo>
                    <a:pt x="12897" y="812"/>
                  </a:lnTo>
                  <a:lnTo>
                    <a:pt x="12975" y="348"/>
                  </a:lnTo>
                  <a:lnTo>
                    <a:pt x="12975" y="78"/>
                  </a:lnTo>
                  <a:lnTo>
                    <a:pt x="129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9"/>
            <p:cNvSpPr/>
            <p:nvPr/>
          </p:nvSpPr>
          <p:spPr>
            <a:xfrm>
              <a:off x="5618218" y="2601760"/>
              <a:ext cx="21281" cy="68552"/>
            </a:xfrm>
            <a:custGeom>
              <a:avLst/>
              <a:gdLst/>
              <a:ahLst/>
              <a:cxnLst/>
              <a:rect l="l" t="t" r="r" b="b"/>
              <a:pathLst>
                <a:path w="348" h="1121" extrusionOk="0">
                  <a:moveTo>
                    <a:pt x="193" y="0"/>
                  </a:moveTo>
                  <a:lnTo>
                    <a:pt x="0" y="1081"/>
                  </a:lnTo>
                  <a:lnTo>
                    <a:pt x="116" y="1120"/>
                  </a:lnTo>
                  <a:lnTo>
                    <a:pt x="348" y="39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9"/>
            <p:cNvSpPr/>
            <p:nvPr/>
          </p:nvSpPr>
          <p:spPr>
            <a:xfrm>
              <a:off x="5311234" y="2575771"/>
              <a:ext cx="9479" cy="89772"/>
            </a:xfrm>
            <a:custGeom>
              <a:avLst/>
              <a:gdLst/>
              <a:ahLst/>
              <a:cxnLst/>
              <a:rect l="l" t="t" r="r" b="b"/>
              <a:pathLst>
                <a:path w="155" h="1468" extrusionOk="0">
                  <a:moveTo>
                    <a:pt x="39" y="1313"/>
                  </a:moveTo>
                  <a:lnTo>
                    <a:pt x="39" y="1313"/>
                  </a:lnTo>
                  <a:lnTo>
                    <a:pt x="0" y="1468"/>
                  </a:lnTo>
                  <a:lnTo>
                    <a:pt x="0" y="1468"/>
                  </a:lnTo>
                  <a:lnTo>
                    <a:pt x="0" y="1468"/>
                  </a:lnTo>
                  <a:lnTo>
                    <a:pt x="39" y="1313"/>
                  </a:lnTo>
                  <a:close/>
                  <a:moveTo>
                    <a:pt x="39" y="1313"/>
                  </a:move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close/>
                  <a:moveTo>
                    <a:pt x="39" y="1313"/>
                  </a:move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lnTo>
                    <a:pt x="39" y="1313"/>
                  </a:lnTo>
                  <a:close/>
                  <a:moveTo>
                    <a:pt x="39" y="1275"/>
                  </a:moveTo>
                  <a:lnTo>
                    <a:pt x="39" y="1275"/>
                  </a:lnTo>
                  <a:lnTo>
                    <a:pt x="39" y="1275"/>
                  </a:lnTo>
                  <a:lnTo>
                    <a:pt x="39" y="1275"/>
                  </a:lnTo>
                  <a:lnTo>
                    <a:pt x="39" y="1275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  <a:moveTo>
                    <a:pt x="155" y="0"/>
                  </a:moveTo>
                  <a:lnTo>
                    <a:pt x="155" y="0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E2C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9"/>
            <p:cNvSpPr/>
            <p:nvPr/>
          </p:nvSpPr>
          <p:spPr>
            <a:xfrm>
              <a:off x="5311234" y="2656063"/>
              <a:ext cx="2385" cy="9479"/>
            </a:xfrm>
            <a:custGeom>
              <a:avLst/>
              <a:gdLst/>
              <a:ahLst/>
              <a:cxnLst/>
              <a:rect l="l" t="t" r="r" b="b"/>
              <a:pathLst>
                <a:path w="39" h="155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9"/>
            <p:cNvSpPr/>
            <p:nvPr/>
          </p:nvSpPr>
          <p:spPr>
            <a:xfrm>
              <a:off x="5313558" y="265606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9"/>
            <p:cNvSpPr/>
            <p:nvPr/>
          </p:nvSpPr>
          <p:spPr>
            <a:xfrm>
              <a:off x="5313558" y="265606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9"/>
            <p:cNvSpPr/>
            <p:nvPr/>
          </p:nvSpPr>
          <p:spPr>
            <a:xfrm>
              <a:off x="5313558" y="2653678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9"/>
            <p:cNvSpPr/>
            <p:nvPr/>
          </p:nvSpPr>
          <p:spPr>
            <a:xfrm>
              <a:off x="5320651" y="2575771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5311234" y="2448269"/>
              <a:ext cx="160586" cy="217275"/>
            </a:xfrm>
            <a:custGeom>
              <a:avLst/>
              <a:gdLst/>
              <a:ahLst/>
              <a:cxnLst/>
              <a:rect l="l" t="t" r="r" b="b"/>
              <a:pathLst>
                <a:path w="2626" h="3553" extrusionOk="0">
                  <a:moveTo>
                    <a:pt x="2317" y="0"/>
                  </a:moveTo>
                  <a:lnTo>
                    <a:pt x="1969" y="155"/>
                  </a:lnTo>
                  <a:lnTo>
                    <a:pt x="1622" y="348"/>
                  </a:lnTo>
                  <a:lnTo>
                    <a:pt x="1081" y="695"/>
                  </a:lnTo>
                  <a:lnTo>
                    <a:pt x="695" y="1043"/>
                  </a:lnTo>
                  <a:lnTo>
                    <a:pt x="463" y="1390"/>
                  </a:lnTo>
                  <a:lnTo>
                    <a:pt x="270" y="1661"/>
                  </a:lnTo>
                  <a:lnTo>
                    <a:pt x="193" y="1892"/>
                  </a:lnTo>
                  <a:lnTo>
                    <a:pt x="155" y="2085"/>
                  </a:lnTo>
                  <a:lnTo>
                    <a:pt x="39" y="3360"/>
                  </a:lnTo>
                  <a:lnTo>
                    <a:pt x="39" y="3398"/>
                  </a:lnTo>
                  <a:lnTo>
                    <a:pt x="0" y="3553"/>
                  </a:lnTo>
                  <a:lnTo>
                    <a:pt x="193" y="3553"/>
                  </a:lnTo>
                  <a:lnTo>
                    <a:pt x="425" y="3514"/>
                  </a:lnTo>
                  <a:lnTo>
                    <a:pt x="657" y="3476"/>
                  </a:lnTo>
                  <a:lnTo>
                    <a:pt x="888" y="3437"/>
                  </a:lnTo>
                  <a:lnTo>
                    <a:pt x="1120" y="3360"/>
                  </a:lnTo>
                  <a:lnTo>
                    <a:pt x="1545" y="3128"/>
                  </a:lnTo>
                  <a:lnTo>
                    <a:pt x="1892" y="2819"/>
                  </a:lnTo>
                  <a:lnTo>
                    <a:pt x="2201" y="2472"/>
                  </a:lnTo>
                  <a:lnTo>
                    <a:pt x="2433" y="2047"/>
                  </a:lnTo>
                  <a:lnTo>
                    <a:pt x="2510" y="1854"/>
                  </a:lnTo>
                  <a:lnTo>
                    <a:pt x="2549" y="1583"/>
                  </a:lnTo>
                  <a:lnTo>
                    <a:pt x="2587" y="1352"/>
                  </a:lnTo>
                  <a:lnTo>
                    <a:pt x="2626" y="1120"/>
                  </a:lnTo>
                  <a:lnTo>
                    <a:pt x="2587" y="811"/>
                  </a:lnTo>
                  <a:lnTo>
                    <a:pt x="2549" y="541"/>
                  </a:lnTo>
                  <a:lnTo>
                    <a:pt x="2433" y="232"/>
                  </a:lnTo>
                  <a:lnTo>
                    <a:pt x="231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5311234" y="2448269"/>
              <a:ext cx="160586" cy="217275"/>
            </a:xfrm>
            <a:custGeom>
              <a:avLst/>
              <a:gdLst/>
              <a:ahLst/>
              <a:cxnLst/>
              <a:rect l="l" t="t" r="r" b="b"/>
              <a:pathLst>
                <a:path w="2626" h="3553" fill="none" extrusionOk="0">
                  <a:moveTo>
                    <a:pt x="2317" y="0"/>
                  </a:moveTo>
                  <a:lnTo>
                    <a:pt x="2317" y="0"/>
                  </a:lnTo>
                  <a:lnTo>
                    <a:pt x="1969" y="155"/>
                  </a:lnTo>
                  <a:lnTo>
                    <a:pt x="1622" y="348"/>
                  </a:lnTo>
                  <a:lnTo>
                    <a:pt x="1081" y="695"/>
                  </a:lnTo>
                  <a:lnTo>
                    <a:pt x="695" y="1043"/>
                  </a:lnTo>
                  <a:lnTo>
                    <a:pt x="463" y="1390"/>
                  </a:lnTo>
                  <a:lnTo>
                    <a:pt x="270" y="1661"/>
                  </a:lnTo>
                  <a:lnTo>
                    <a:pt x="193" y="1892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155" y="2085"/>
                  </a:lnTo>
                  <a:lnTo>
                    <a:pt x="39" y="3360"/>
                  </a:lnTo>
                  <a:lnTo>
                    <a:pt x="39" y="3360"/>
                  </a:lnTo>
                  <a:lnTo>
                    <a:pt x="39" y="3360"/>
                  </a:lnTo>
                  <a:lnTo>
                    <a:pt x="39" y="3360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39" y="3398"/>
                  </a:lnTo>
                  <a:lnTo>
                    <a:pt x="0" y="3553"/>
                  </a:lnTo>
                  <a:lnTo>
                    <a:pt x="0" y="3553"/>
                  </a:lnTo>
                  <a:lnTo>
                    <a:pt x="193" y="3553"/>
                  </a:lnTo>
                  <a:lnTo>
                    <a:pt x="193" y="3553"/>
                  </a:lnTo>
                  <a:lnTo>
                    <a:pt x="425" y="3514"/>
                  </a:lnTo>
                  <a:lnTo>
                    <a:pt x="657" y="3476"/>
                  </a:lnTo>
                  <a:lnTo>
                    <a:pt x="888" y="3437"/>
                  </a:lnTo>
                  <a:lnTo>
                    <a:pt x="1120" y="3360"/>
                  </a:lnTo>
                  <a:lnTo>
                    <a:pt x="1545" y="3128"/>
                  </a:lnTo>
                  <a:lnTo>
                    <a:pt x="1892" y="2819"/>
                  </a:lnTo>
                  <a:lnTo>
                    <a:pt x="2201" y="2472"/>
                  </a:lnTo>
                  <a:lnTo>
                    <a:pt x="2433" y="2047"/>
                  </a:lnTo>
                  <a:lnTo>
                    <a:pt x="2510" y="1854"/>
                  </a:lnTo>
                  <a:lnTo>
                    <a:pt x="2549" y="1583"/>
                  </a:lnTo>
                  <a:lnTo>
                    <a:pt x="2587" y="1352"/>
                  </a:lnTo>
                  <a:lnTo>
                    <a:pt x="2626" y="1120"/>
                  </a:lnTo>
                  <a:lnTo>
                    <a:pt x="2626" y="1120"/>
                  </a:lnTo>
                  <a:lnTo>
                    <a:pt x="2587" y="811"/>
                  </a:lnTo>
                  <a:lnTo>
                    <a:pt x="2549" y="541"/>
                  </a:lnTo>
                  <a:lnTo>
                    <a:pt x="2433" y="232"/>
                  </a:lnTo>
                  <a:lnTo>
                    <a:pt x="231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5263963" y="3199154"/>
              <a:ext cx="259837" cy="23666"/>
            </a:xfrm>
            <a:custGeom>
              <a:avLst/>
              <a:gdLst/>
              <a:ahLst/>
              <a:cxnLst/>
              <a:rect l="l" t="t" r="r" b="b"/>
              <a:pathLst>
                <a:path w="4249" h="387" extrusionOk="0">
                  <a:moveTo>
                    <a:pt x="4248" y="310"/>
                  </a:moveTo>
                  <a:lnTo>
                    <a:pt x="4248" y="310"/>
                  </a:lnTo>
                  <a:lnTo>
                    <a:pt x="3592" y="387"/>
                  </a:lnTo>
                  <a:lnTo>
                    <a:pt x="3592" y="387"/>
                  </a:lnTo>
                  <a:lnTo>
                    <a:pt x="3592" y="387"/>
                  </a:lnTo>
                  <a:lnTo>
                    <a:pt x="4248" y="310"/>
                  </a:lnTo>
                  <a:close/>
                  <a:moveTo>
                    <a:pt x="39" y="39"/>
                  </a:moveTo>
                  <a:lnTo>
                    <a:pt x="39" y="39"/>
                  </a:lnTo>
                  <a:lnTo>
                    <a:pt x="39" y="39"/>
                  </a:lnTo>
                  <a:lnTo>
                    <a:pt x="39" y="39"/>
                  </a:lnTo>
                  <a:lnTo>
                    <a:pt x="39" y="39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39" y="1"/>
                  </a:lnTo>
                  <a:lnTo>
                    <a:pt x="3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2C8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9"/>
            <p:cNvSpPr/>
            <p:nvPr/>
          </p:nvSpPr>
          <p:spPr>
            <a:xfrm>
              <a:off x="5483561" y="3218050"/>
              <a:ext cx="40238" cy="4770"/>
            </a:xfrm>
            <a:custGeom>
              <a:avLst/>
              <a:gdLst/>
              <a:ahLst/>
              <a:cxnLst/>
              <a:rect l="l" t="t" r="r" b="b"/>
              <a:pathLst>
                <a:path w="658" h="78" fill="none" extrusionOk="0">
                  <a:moveTo>
                    <a:pt x="657" y="1"/>
                  </a:moveTo>
                  <a:lnTo>
                    <a:pt x="657" y="1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1" y="78"/>
                  </a:lnTo>
                  <a:lnTo>
                    <a:pt x="65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9"/>
            <p:cNvSpPr/>
            <p:nvPr/>
          </p:nvSpPr>
          <p:spPr>
            <a:xfrm>
              <a:off x="5266348" y="3201539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5263963" y="3199154"/>
              <a:ext cx="2446" cy="61"/>
            </a:xfrm>
            <a:custGeom>
              <a:avLst/>
              <a:gdLst/>
              <a:ahLst/>
              <a:cxnLst/>
              <a:rect l="l" t="t" r="r" b="b"/>
              <a:pathLst>
                <a:path w="40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9" y="1"/>
                  </a:lnTo>
                  <a:lnTo>
                    <a:pt x="39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5422225" y="3222759"/>
              <a:ext cx="61397" cy="2446"/>
            </a:xfrm>
            <a:custGeom>
              <a:avLst/>
              <a:gdLst/>
              <a:ahLst/>
              <a:cxnLst/>
              <a:rect l="l" t="t" r="r" b="b"/>
              <a:pathLst>
                <a:path w="1004" h="40" extrusionOk="0">
                  <a:moveTo>
                    <a:pt x="0" y="40"/>
                  </a:move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close/>
                  <a:moveTo>
                    <a:pt x="541" y="40"/>
                  </a:moveTo>
                  <a:lnTo>
                    <a:pt x="541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541" y="40"/>
                  </a:lnTo>
                  <a:lnTo>
                    <a:pt x="541" y="40"/>
                  </a:lnTo>
                  <a:close/>
                  <a:moveTo>
                    <a:pt x="1004" y="1"/>
                  </a:moveTo>
                  <a:lnTo>
                    <a:pt x="1004" y="1"/>
                  </a:lnTo>
                  <a:lnTo>
                    <a:pt x="656" y="40"/>
                  </a:lnTo>
                  <a:lnTo>
                    <a:pt x="656" y="40"/>
                  </a:lnTo>
                  <a:lnTo>
                    <a:pt x="656" y="40"/>
                  </a:lnTo>
                  <a:lnTo>
                    <a:pt x="1004" y="1"/>
                  </a:lnTo>
                  <a:lnTo>
                    <a:pt x="1004" y="1"/>
                  </a:lnTo>
                  <a:close/>
                </a:path>
              </a:pathLst>
            </a:custGeom>
            <a:solidFill>
              <a:srgbClr val="5C5D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5422225" y="3225144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5422225" y="3225144"/>
              <a:ext cx="33084" cy="61"/>
            </a:xfrm>
            <a:custGeom>
              <a:avLst/>
              <a:gdLst/>
              <a:ahLst/>
              <a:cxnLst/>
              <a:rect l="l" t="t" r="r" b="b"/>
              <a:pathLst>
                <a:path w="541" h="1" fill="none" extrusionOk="0">
                  <a:moveTo>
                    <a:pt x="541" y="1"/>
                  </a:moveTo>
                  <a:lnTo>
                    <a:pt x="541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541" y="1"/>
                  </a:lnTo>
                  <a:lnTo>
                    <a:pt x="54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5462341" y="3222759"/>
              <a:ext cx="21281" cy="2446"/>
            </a:xfrm>
            <a:custGeom>
              <a:avLst/>
              <a:gdLst/>
              <a:ahLst/>
              <a:cxnLst/>
              <a:rect l="l" t="t" r="r" b="b"/>
              <a:pathLst>
                <a:path w="348" h="40" fill="none" extrusionOk="0">
                  <a:moveTo>
                    <a:pt x="348" y="1"/>
                  </a:moveTo>
                  <a:lnTo>
                    <a:pt x="348" y="1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348" y="1"/>
                  </a:lnTo>
                  <a:lnTo>
                    <a:pt x="34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9"/>
            <p:cNvSpPr/>
            <p:nvPr/>
          </p:nvSpPr>
          <p:spPr>
            <a:xfrm>
              <a:off x="5261639" y="3107060"/>
              <a:ext cx="276348" cy="118147"/>
            </a:xfrm>
            <a:custGeom>
              <a:avLst/>
              <a:gdLst/>
              <a:ahLst/>
              <a:cxnLst/>
              <a:rect l="l" t="t" r="r" b="b"/>
              <a:pathLst>
                <a:path w="4519" h="1932" extrusionOk="0">
                  <a:moveTo>
                    <a:pt x="155" y="1"/>
                  </a:moveTo>
                  <a:lnTo>
                    <a:pt x="0" y="1507"/>
                  </a:lnTo>
                  <a:lnTo>
                    <a:pt x="77" y="1507"/>
                  </a:lnTo>
                  <a:lnTo>
                    <a:pt x="77" y="1545"/>
                  </a:lnTo>
                  <a:lnTo>
                    <a:pt x="386" y="1661"/>
                  </a:lnTo>
                  <a:lnTo>
                    <a:pt x="695" y="1738"/>
                  </a:lnTo>
                  <a:lnTo>
                    <a:pt x="1352" y="1854"/>
                  </a:lnTo>
                  <a:lnTo>
                    <a:pt x="2008" y="1932"/>
                  </a:lnTo>
                  <a:lnTo>
                    <a:pt x="3128" y="1932"/>
                  </a:lnTo>
                  <a:lnTo>
                    <a:pt x="3437" y="464"/>
                  </a:lnTo>
                  <a:lnTo>
                    <a:pt x="2472" y="426"/>
                  </a:lnTo>
                  <a:lnTo>
                    <a:pt x="1583" y="310"/>
                  </a:lnTo>
                  <a:lnTo>
                    <a:pt x="811" y="155"/>
                  </a:lnTo>
                  <a:lnTo>
                    <a:pt x="155" y="1"/>
                  </a:lnTo>
                  <a:close/>
                  <a:moveTo>
                    <a:pt x="3553" y="464"/>
                  </a:moveTo>
                  <a:lnTo>
                    <a:pt x="3282" y="1932"/>
                  </a:lnTo>
                  <a:lnTo>
                    <a:pt x="3630" y="1893"/>
                  </a:lnTo>
                  <a:lnTo>
                    <a:pt x="4286" y="1816"/>
                  </a:lnTo>
                  <a:lnTo>
                    <a:pt x="4518" y="464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9"/>
            <p:cNvSpPr/>
            <p:nvPr/>
          </p:nvSpPr>
          <p:spPr>
            <a:xfrm>
              <a:off x="5462341" y="3135434"/>
              <a:ext cx="75646" cy="89772"/>
            </a:xfrm>
            <a:custGeom>
              <a:avLst/>
              <a:gdLst/>
              <a:ahLst/>
              <a:cxnLst/>
              <a:rect l="l" t="t" r="r" b="b"/>
              <a:pathLst>
                <a:path w="1237" h="1468" fill="none" extrusionOk="0">
                  <a:moveTo>
                    <a:pt x="1236" y="0"/>
                  </a:moveTo>
                  <a:lnTo>
                    <a:pt x="1236" y="0"/>
                  </a:lnTo>
                  <a:lnTo>
                    <a:pt x="618" y="0"/>
                  </a:lnTo>
                  <a:lnTo>
                    <a:pt x="618" y="0"/>
                  </a:lnTo>
                  <a:lnTo>
                    <a:pt x="271" y="0"/>
                  </a:lnTo>
                  <a:lnTo>
                    <a:pt x="0" y="1468"/>
                  </a:lnTo>
                  <a:lnTo>
                    <a:pt x="0" y="1468"/>
                  </a:lnTo>
                  <a:lnTo>
                    <a:pt x="348" y="1429"/>
                  </a:lnTo>
                  <a:lnTo>
                    <a:pt x="348" y="1429"/>
                  </a:lnTo>
                  <a:lnTo>
                    <a:pt x="1004" y="1352"/>
                  </a:lnTo>
                  <a:lnTo>
                    <a:pt x="1004" y="1352"/>
                  </a:lnTo>
                  <a:lnTo>
                    <a:pt x="1004" y="1352"/>
                  </a:lnTo>
                  <a:lnTo>
                    <a:pt x="123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9"/>
            <p:cNvSpPr/>
            <p:nvPr/>
          </p:nvSpPr>
          <p:spPr>
            <a:xfrm>
              <a:off x="5261639" y="3107060"/>
              <a:ext cx="210181" cy="118147"/>
            </a:xfrm>
            <a:custGeom>
              <a:avLst/>
              <a:gdLst/>
              <a:ahLst/>
              <a:cxnLst/>
              <a:rect l="l" t="t" r="r" b="b"/>
              <a:pathLst>
                <a:path w="3437" h="1932" fill="none" extrusionOk="0">
                  <a:moveTo>
                    <a:pt x="155" y="1"/>
                  </a:moveTo>
                  <a:lnTo>
                    <a:pt x="155" y="1"/>
                  </a:lnTo>
                  <a:lnTo>
                    <a:pt x="0" y="1507"/>
                  </a:lnTo>
                  <a:lnTo>
                    <a:pt x="0" y="1507"/>
                  </a:lnTo>
                  <a:lnTo>
                    <a:pt x="0" y="1507"/>
                  </a:lnTo>
                  <a:lnTo>
                    <a:pt x="39" y="1507"/>
                  </a:lnTo>
                  <a:lnTo>
                    <a:pt x="39" y="1507"/>
                  </a:lnTo>
                  <a:lnTo>
                    <a:pt x="77" y="1507"/>
                  </a:lnTo>
                  <a:lnTo>
                    <a:pt x="77" y="1507"/>
                  </a:lnTo>
                  <a:lnTo>
                    <a:pt x="77" y="1545"/>
                  </a:lnTo>
                  <a:lnTo>
                    <a:pt x="77" y="1545"/>
                  </a:lnTo>
                  <a:lnTo>
                    <a:pt x="77" y="1545"/>
                  </a:lnTo>
                  <a:lnTo>
                    <a:pt x="77" y="1545"/>
                  </a:lnTo>
                  <a:lnTo>
                    <a:pt x="386" y="1661"/>
                  </a:lnTo>
                  <a:lnTo>
                    <a:pt x="695" y="1738"/>
                  </a:lnTo>
                  <a:lnTo>
                    <a:pt x="1352" y="1854"/>
                  </a:lnTo>
                  <a:lnTo>
                    <a:pt x="2008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2626" y="1932"/>
                  </a:lnTo>
                  <a:lnTo>
                    <a:pt x="3167" y="1932"/>
                  </a:lnTo>
                  <a:lnTo>
                    <a:pt x="3128" y="1932"/>
                  </a:lnTo>
                  <a:lnTo>
                    <a:pt x="3437" y="464"/>
                  </a:lnTo>
                  <a:lnTo>
                    <a:pt x="3437" y="464"/>
                  </a:lnTo>
                  <a:lnTo>
                    <a:pt x="2472" y="426"/>
                  </a:lnTo>
                  <a:lnTo>
                    <a:pt x="1583" y="310"/>
                  </a:lnTo>
                  <a:lnTo>
                    <a:pt x="811" y="155"/>
                  </a:lnTo>
                  <a:lnTo>
                    <a:pt x="155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5452924" y="3135434"/>
              <a:ext cx="25990" cy="89772"/>
            </a:xfrm>
            <a:custGeom>
              <a:avLst/>
              <a:gdLst/>
              <a:ahLst/>
              <a:cxnLst/>
              <a:rect l="l" t="t" r="r" b="b"/>
              <a:pathLst>
                <a:path w="425" h="1468" extrusionOk="0">
                  <a:moveTo>
                    <a:pt x="309" y="0"/>
                  </a:moveTo>
                  <a:lnTo>
                    <a:pt x="0" y="1468"/>
                  </a:lnTo>
                  <a:lnTo>
                    <a:pt x="154" y="1468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6095206" y="2070411"/>
              <a:ext cx="224369" cy="248035"/>
            </a:xfrm>
            <a:custGeom>
              <a:avLst/>
              <a:gdLst/>
              <a:ahLst/>
              <a:cxnLst/>
              <a:rect l="l" t="t" r="r" b="b"/>
              <a:pathLst>
                <a:path w="3669" h="4056" extrusionOk="0">
                  <a:moveTo>
                    <a:pt x="2819" y="1"/>
                  </a:moveTo>
                  <a:lnTo>
                    <a:pt x="1931" y="464"/>
                  </a:lnTo>
                  <a:lnTo>
                    <a:pt x="1275" y="812"/>
                  </a:lnTo>
                  <a:lnTo>
                    <a:pt x="1004" y="966"/>
                  </a:lnTo>
                  <a:lnTo>
                    <a:pt x="850" y="1043"/>
                  </a:lnTo>
                  <a:lnTo>
                    <a:pt x="657" y="1391"/>
                  </a:lnTo>
                  <a:lnTo>
                    <a:pt x="425" y="1893"/>
                  </a:lnTo>
                  <a:lnTo>
                    <a:pt x="193" y="2434"/>
                  </a:lnTo>
                  <a:lnTo>
                    <a:pt x="39" y="2897"/>
                  </a:lnTo>
                  <a:lnTo>
                    <a:pt x="0" y="3051"/>
                  </a:lnTo>
                  <a:lnTo>
                    <a:pt x="0" y="3129"/>
                  </a:lnTo>
                  <a:lnTo>
                    <a:pt x="77" y="3167"/>
                  </a:lnTo>
                  <a:lnTo>
                    <a:pt x="155" y="3167"/>
                  </a:lnTo>
                  <a:lnTo>
                    <a:pt x="348" y="3051"/>
                  </a:lnTo>
                  <a:lnTo>
                    <a:pt x="502" y="2897"/>
                  </a:lnTo>
                  <a:lnTo>
                    <a:pt x="618" y="3360"/>
                  </a:lnTo>
                  <a:lnTo>
                    <a:pt x="734" y="3631"/>
                  </a:lnTo>
                  <a:lnTo>
                    <a:pt x="811" y="3708"/>
                  </a:lnTo>
                  <a:lnTo>
                    <a:pt x="888" y="3747"/>
                  </a:lnTo>
                  <a:lnTo>
                    <a:pt x="1043" y="3824"/>
                  </a:lnTo>
                  <a:lnTo>
                    <a:pt x="1120" y="3824"/>
                  </a:lnTo>
                  <a:lnTo>
                    <a:pt x="1159" y="3785"/>
                  </a:lnTo>
                  <a:lnTo>
                    <a:pt x="1236" y="3708"/>
                  </a:lnTo>
                  <a:lnTo>
                    <a:pt x="1275" y="3553"/>
                  </a:lnTo>
                  <a:lnTo>
                    <a:pt x="1313" y="3631"/>
                  </a:lnTo>
                  <a:lnTo>
                    <a:pt x="1390" y="3824"/>
                  </a:lnTo>
                  <a:lnTo>
                    <a:pt x="1429" y="3901"/>
                  </a:lnTo>
                  <a:lnTo>
                    <a:pt x="1506" y="3978"/>
                  </a:lnTo>
                  <a:lnTo>
                    <a:pt x="1622" y="4055"/>
                  </a:lnTo>
                  <a:lnTo>
                    <a:pt x="1854" y="4055"/>
                  </a:lnTo>
                  <a:lnTo>
                    <a:pt x="1931" y="4017"/>
                  </a:lnTo>
                  <a:lnTo>
                    <a:pt x="1970" y="3940"/>
                  </a:lnTo>
                  <a:lnTo>
                    <a:pt x="2008" y="3862"/>
                  </a:lnTo>
                  <a:lnTo>
                    <a:pt x="2008" y="3708"/>
                  </a:lnTo>
                  <a:lnTo>
                    <a:pt x="2008" y="3669"/>
                  </a:lnTo>
                  <a:lnTo>
                    <a:pt x="2124" y="3553"/>
                  </a:lnTo>
                  <a:lnTo>
                    <a:pt x="2240" y="3438"/>
                  </a:lnTo>
                  <a:lnTo>
                    <a:pt x="2317" y="3283"/>
                  </a:lnTo>
                  <a:lnTo>
                    <a:pt x="2472" y="2704"/>
                  </a:lnTo>
                  <a:lnTo>
                    <a:pt x="2510" y="2356"/>
                  </a:lnTo>
                  <a:lnTo>
                    <a:pt x="2665" y="2356"/>
                  </a:lnTo>
                  <a:lnTo>
                    <a:pt x="3012" y="2279"/>
                  </a:lnTo>
                  <a:lnTo>
                    <a:pt x="3398" y="2125"/>
                  </a:lnTo>
                  <a:lnTo>
                    <a:pt x="3553" y="2047"/>
                  </a:lnTo>
                  <a:lnTo>
                    <a:pt x="3669" y="1932"/>
                  </a:lnTo>
                  <a:lnTo>
                    <a:pt x="3669" y="1545"/>
                  </a:lnTo>
                  <a:lnTo>
                    <a:pt x="3630" y="1159"/>
                  </a:lnTo>
                  <a:lnTo>
                    <a:pt x="3553" y="850"/>
                  </a:lnTo>
                  <a:lnTo>
                    <a:pt x="3437" y="580"/>
                  </a:lnTo>
                  <a:lnTo>
                    <a:pt x="3321" y="348"/>
                  </a:lnTo>
                  <a:lnTo>
                    <a:pt x="3167" y="194"/>
                  </a:lnTo>
                  <a:lnTo>
                    <a:pt x="3012" y="78"/>
                  </a:lnTo>
                  <a:lnTo>
                    <a:pt x="2819" y="1"/>
                  </a:lnTo>
                  <a:close/>
                </a:path>
              </a:pathLst>
            </a:custGeom>
            <a:solidFill>
              <a:srgbClr val="FFCB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6213230" y="2245183"/>
              <a:ext cx="7155" cy="49656"/>
            </a:xfrm>
            <a:custGeom>
              <a:avLst/>
              <a:gdLst/>
              <a:ahLst/>
              <a:cxnLst/>
              <a:rect l="l" t="t" r="r" b="b"/>
              <a:pathLst>
                <a:path w="117" h="812" extrusionOk="0">
                  <a:moveTo>
                    <a:pt x="40" y="0"/>
                  </a:moveTo>
                  <a:lnTo>
                    <a:pt x="1" y="387"/>
                  </a:lnTo>
                  <a:lnTo>
                    <a:pt x="40" y="657"/>
                  </a:lnTo>
                  <a:lnTo>
                    <a:pt x="40" y="811"/>
                  </a:lnTo>
                  <a:lnTo>
                    <a:pt x="117" y="773"/>
                  </a:lnTo>
                  <a:lnTo>
                    <a:pt x="78" y="657"/>
                  </a:lnTo>
                  <a:lnTo>
                    <a:pt x="78" y="387"/>
                  </a:lnTo>
                  <a:lnTo>
                    <a:pt x="117" y="39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6166021" y="2221578"/>
              <a:ext cx="9540" cy="66167"/>
            </a:xfrm>
            <a:custGeom>
              <a:avLst/>
              <a:gdLst/>
              <a:ahLst/>
              <a:cxnLst/>
              <a:rect l="l" t="t" r="r" b="b"/>
              <a:pathLst>
                <a:path w="156" h="1082" extrusionOk="0">
                  <a:moveTo>
                    <a:pt x="78" y="0"/>
                  </a:moveTo>
                  <a:lnTo>
                    <a:pt x="39" y="193"/>
                  </a:lnTo>
                  <a:lnTo>
                    <a:pt x="1" y="425"/>
                  </a:lnTo>
                  <a:lnTo>
                    <a:pt x="39" y="850"/>
                  </a:lnTo>
                  <a:lnTo>
                    <a:pt x="78" y="1081"/>
                  </a:lnTo>
                  <a:lnTo>
                    <a:pt x="155" y="1081"/>
                  </a:lnTo>
                  <a:lnTo>
                    <a:pt x="117" y="850"/>
                  </a:lnTo>
                  <a:lnTo>
                    <a:pt x="78" y="425"/>
                  </a:lnTo>
                  <a:lnTo>
                    <a:pt x="78" y="193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6123520" y="2193204"/>
              <a:ext cx="16572" cy="54365"/>
            </a:xfrm>
            <a:custGeom>
              <a:avLst/>
              <a:gdLst/>
              <a:ahLst/>
              <a:cxnLst/>
              <a:rect l="l" t="t" r="r" b="b"/>
              <a:pathLst>
                <a:path w="271" h="889" extrusionOk="0">
                  <a:moveTo>
                    <a:pt x="232" y="1"/>
                  </a:moveTo>
                  <a:lnTo>
                    <a:pt x="116" y="233"/>
                  </a:lnTo>
                  <a:lnTo>
                    <a:pt x="39" y="464"/>
                  </a:lnTo>
                  <a:lnTo>
                    <a:pt x="1" y="619"/>
                  </a:lnTo>
                  <a:lnTo>
                    <a:pt x="1" y="773"/>
                  </a:lnTo>
                  <a:lnTo>
                    <a:pt x="1" y="889"/>
                  </a:lnTo>
                  <a:lnTo>
                    <a:pt x="78" y="889"/>
                  </a:lnTo>
                  <a:lnTo>
                    <a:pt x="78" y="850"/>
                  </a:lnTo>
                  <a:lnTo>
                    <a:pt x="78" y="773"/>
                  </a:lnTo>
                  <a:lnTo>
                    <a:pt x="116" y="464"/>
                  </a:lnTo>
                  <a:lnTo>
                    <a:pt x="155" y="271"/>
                  </a:lnTo>
                  <a:lnTo>
                    <a:pt x="271" y="39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5183670" y="3274738"/>
              <a:ext cx="295244" cy="122855"/>
            </a:xfrm>
            <a:custGeom>
              <a:avLst/>
              <a:gdLst/>
              <a:ahLst/>
              <a:cxnLst/>
              <a:rect l="l" t="t" r="r" b="b"/>
              <a:pathLst>
                <a:path w="4828" h="2009" extrusionOk="0">
                  <a:moveTo>
                    <a:pt x="2241" y="0"/>
                  </a:moveTo>
                  <a:lnTo>
                    <a:pt x="1893" y="39"/>
                  </a:lnTo>
                  <a:lnTo>
                    <a:pt x="1584" y="116"/>
                  </a:lnTo>
                  <a:lnTo>
                    <a:pt x="1314" y="193"/>
                  </a:lnTo>
                  <a:lnTo>
                    <a:pt x="1044" y="309"/>
                  </a:lnTo>
                  <a:lnTo>
                    <a:pt x="850" y="464"/>
                  </a:lnTo>
                  <a:lnTo>
                    <a:pt x="657" y="657"/>
                  </a:lnTo>
                  <a:lnTo>
                    <a:pt x="503" y="811"/>
                  </a:lnTo>
                  <a:lnTo>
                    <a:pt x="387" y="1004"/>
                  </a:lnTo>
                  <a:lnTo>
                    <a:pt x="194" y="1391"/>
                  </a:lnTo>
                  <a:lnTo>
                    <a:pt x="78" y="1699"/>
                  </a:lnTo>
                  <a:lnTo>
                    <a:pt x="1" y="2008"/>
                  </a:lnTo>
                  <a:lnTo>
                    <a:pt x="4712" y="2008"/>
                  </a:lnTo>
                  <a:lnTo>
                    <a:pt x="48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5183670" y="3277123"/>
              <a:ext cx="172450" cy="120470"/>
            </a:xfrm>
            <a:custGeom>
              <a:avLst/>
              <a:gdLst/>
              <a:ahLst/>
              <a:cxnLst/>
              <a:rect l="l" t="t" r="r" b="b"/>
              <a:pathLst>
                <a:path w="2820" h="1970" extrusionOk="0">
                  <a:moveTo>
                    <a:pt x="1777" y="0"/>
                  </a:moveTo>
                  <a:lnTo>
                    <a:pt x="1507" y="77"/>
                  </a:lnTo>
                  <a:lnTo>
                    <a:pt x="1275" y="193"/>
                  </a:lnTo>
                  <a:lnTo>
                    <a:pt x="1044" y="309"/>
                  </a:lnTo>
                  <a:lnTo>
                    <a:pt x="850" y="425"/>
                  </a:lnTo>
                  <a:lnTo>
                    <a:pt x="696" y="579"/>
                  </a:lnTo>
                  <a:lnTo>
                    <a:pt x="542" y="772"/>
                  </a:lnTo>
                  <a:lnTo>
                    <a:pt x="310" y="1120"/>
                  </a:lnTo>
                  <a:lnTo>
                    <a:pt x="155" y="1429"/>
                  </a:lnTo>
                  <a:lnTo>
                    <a:pt x="78" y="1699"/>
                  </a:lnTo>
                  <a:lnTo>
                    <a:pt x="1" y="1969"/>
                  </a:lnTo>
                  <a:lnTo>
                    <a:pt x="2820" y="1969"/>
                  </a:lnTo>
                  <a:lnTo>
                    <a:pt x="2781" y="1506"/>
                  </a:lnTo>
                  <a:lnTo>
                    <a:pt x="2704" y="1120"/>
                  </a:lnTo>
                  <a:lnTo>
                    <a:pt x="2588" y="811"/>
                  </a:lnTo>
                  <a:lnTo>
                    <a:pt x="2434" y="541"/>
                  </a:lnTo>
                  <a:lnTo>
                    <a:pt x="2279" y="348"/>
                  </a:lnTo>
                  <a:lnTo>
                    <a:pt x="2125" y="193"/>
                  </a:lnTo>
                  <a:lnTo>
                    <a:pt x="1932" y="77"/>
                  </a:lnTo>
                  <a:lnTo>
                    <a:pt x="17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5554436" y="1548600"/>
              <a:ext cx="18957" cy="77969"/>
            </a:xfrm>
            <a:custGeom>
              <a:avLst/>
              <a:gdLst/>
              <a:ahLst/>
              <a:cxnLst/>
              <a:rect l="l" t="t" r="r" b="b"/>
              <a:pathLst>
                <a:path w="310" h="1275" extrusionOk="0">
                  <a:moveTo>
                    <a:pt x="0" y="0"/>
                  </a:moveTo>
                  <a:lnTo>
                    <a:pt x="78" y="502"/>
                  </a:lnTo>
                  <a:lnTo>
                    <a:pt x="155" y="927"/>
                  </a:lnTo>
                  <a:lnTo>
                    <a:pt x="232" y="1274"/>
                  </a:lnTo>
                  <a:lnTo>
                    <a:pt x="309" y="1274"/>
                  </a:lnTo>
                  <a:lnTo>
                    <a:pt x="232" y="927"/>
                  </a:lnTo>
                  <a:lnTo>
                    <a:pt x="155" y="50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5507227" y="1543831"/>
              <a:ext cx="25990" cy="99251"/>
            </a:xfrm>
            <a:custGeom>
              <a:avLst/>
              <a:gdLst/>
              <a:ahLst/>
              <a:cxnLst/>
              <a:rect l="l" t="t" r="r" b="b"/>
              <a:pathLst>
                <a:path w="425" h="1623" extrusionOk="0">
                  <a:moveTo>
                    <a:pt x="0" y="1"/>
                  </a:moveTo>
                  <a:lnTo>
                    <a:pt x="77" y="619"/>
                  </a:lnTo>
                  <a:lnTo>
                    <a:pt x="193" y="1121"/>
                  </a:lnTo>
                  <a:lnTo>
                    <a:pt x="270" y="1391"/>
                  </a:lnTo>
                  <a:lnTo>
                    <a:pt x="386" y="1623"/>
                  </a:lnTo>
                  <a:lnTo>
                    <a:pt x="425" y="1584"/>
                  </a:lnTo>
                  <a:lnTo>
                    <a:pt x="348" y="1352"/>
                  </a:lnTo>
                  <a:lnTo>
                    <a:pt x="232" y="1121"/>
                  </a:lnTo>
                  <a:lnTo>
                    <a:pt x="155" y="580"/>
                  </a:lnTo>
                  <a:lnTo>
                    <a:pt x="77" y="194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5485946" y="1576914"/>
              <a:ext cx="18957" cy="73261"/>
            </a:xfrm>
            <a:custGeom>
              <a:avLst/>
              <a:gdLst/>
              <a:ahLst/>
              <a:cxnLst/>
              <a:rect l="l" t="t" r="r" b="b"/>
              <a:pathLst>
                <a:path w="310" h="1198" extrusionOk="0">
                  <a:moveTo>
                    <a:pt x="1" y="0"/>
                  </a:moveTo>
                  <a:lnTo>
                    <a:pt x="78" y="464"/>
                  </a:lnTo>
                  <a:lnTo>
                    <a:pt x="155" y="889"/>
                  </a:lnTo>
                  <a:lnTo>
                    <a:pt x="271" y="1197"/>
                  </a:lnTo>
                  <a:lnTo>
                    <a:pt x="310" y="1159"/>
                  </a:lnTo>
                  <a:lnTo>
                    <a:pt x="232" y="850"/>
                  </a:lnTo>
                  <a:lnTo>
                    <a:pt x="155" y="46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5457632" y="1210919"/>
              <a:ext cx="25990" cy="174774"/>
            </a:xfrm>
            <a:custGeom>
              <a:avLst/>
              <a:gdLst/>
              <a:ahLst/>
              <a:cxnLst/>
              <a:rect l="l" t="t" r="r" b="b"/>
              <a:pathLst>
                <a:path w="425" h="2858" extrusionOk="0">
                  <a:moveTo>
                    <a:pt x="155" y="0"/>
                  </a:moveTo>
                  <a:lnTo>
                    <a:pt x="0" y="2742"/>
                  </a:lnTo>
                  <a:lnTo>
                    <a:pt x="116" y="2819"/>
                  </a:lnTo>
                  <a:lnTo>
                    <a:pt x="193" y="2858"/>
                  </a:lnTo>
                  <a:lnTo>
                    <a:pt x="232" y="2819"/>
                  </a:lnTo>
                  <a:lnTo>
                    <a:pt x="271" y="2819"/>
                  </a:lnTo>
                  <a:lnTo>
                    <a:pt x="4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9"/>
            <p:cNvSpPr/>
            <p:nvPr/>
          </p:nvSpPr>
          <p:spPr>
            <a:xfrm>
              <a:off x="6029101" y="1312431"/>
              <a:ext cx="30760" cy="66167"/>
            </a:xfrm>
            <a:custGeom>
              <a:avLst/>
              <a:gdLst/>
              <a:ahLst/>
              <a:cxnLst/>
              <a:rect l="l" t="t" r="r" b="b"/>
              <a:pathLst>
                <a:path w="503" h="1082" extrusionOk="0">
                  <a:moveTo>
                    <a:pt x="232" y="1"/>
                  </a:moveTo>
                  <a:lnTo>
                    <a:pt x="116" y="425"/>
                  </a:lnTo>
                  <a:lnTo>
                    <a:pt x="39" y="773"/>
                  </a:lnTo>
                  <a:lnTo>
                    <a:pt x="0" y="1005"/>
                  </a:lnTo>
                  <a:lnTo>
                    <a:pt x="0" y="1082"/>
                  </a:lnTo>
                  <a:lnTo>
                    <a:pt x="39" y="1082"/>
                  </a:lnTo>
                  <a:lnTo>
                    <a:pt x="193" y="1043"/>
                  </a:lnTo>
                  <a:lnTo>
                    <a:pt x="386" y="927"/>
                  </a:lnTo>
                  <a:lnTo>
                    <a:pt x="502" y="811"/>
                  </a:lnTo>
                  <a:lnTo>
                    <a:pt x="463" y="773"/>
                  </a:lnTo>
                  <a:lnTo>
                    <a:pt x="425" y="811"/>
                  </a:lnTo>
                  <a:lnTo>
                    <a:pt x="232" y="966"/>
                  </a:lnTo>
                  <a:lnTo>
                    <a:pt x="39" y="1043"/>
                  </a:lnTo>
                  <a:lnTo>
                    <a:pt x="39" y="1005"/>
                  </a:lnTo>
                  <a:lnTo>
                    <a:pt x="77" y="773"/>
                  </a:lnTo>
                  <a:lnTo>
                    <a:pt x="154" y="464"/>
                  </a:lnTo>
                  <a:lnTo>
                    <a:pt x="309" y="39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9"/>
            <p:cNvSpPr/>
            <p:nvPr/>
          </p:nvSpPr>
          <p:spPr>
            <a:xfrm>
              <a:off x="6085728" y="1295920"/>
              <a:ext cx="56750" cy="14187"/>
            </a:xfrm>
            <a:custGeom>
              <a:avLst/>
              <a:gdLst/>
              <a:ahLst/>
              <a:cxnLst/>
              <a:rect l="l" t="t" r="r" b="b"/>
              <a:pathLst>
                <a:path w="928" h="232" extrusionOk="0">
                  <a:moveTo>
                    <a:pt x="310" y="0"/>
                  </a:moveTo>
                  <a:lnTo>
                    <a:pt x="155" y="39"/>
                  </a:lnTo>
                  <a:lnTo>
                    <a:pt x="1" y="77"/>
                  </a:lnTo>
                  <a:lnTo>
                    <a:pt x="39" y="155"/>
                  </a:lnTo>
                  <a:lnTo>
                    <a:pt x="78" y="116"/>
                  </a:lnTo>
                  <a:lnTo>
                    <a:pt x="232" y="77"/>
                  </a:lnTo>
                  <a:lnTo>
                    <a:pt x="503" y="77"/>
                  </a:lnTo>
                  <a:lnTo>
                    <a:pt x="696" y="116"/>
                  </a:lnTo>
                  <a:lnTo>
                    <a:pt x="812" y="155"/>
                  </a:lnTo>
                  <a:lnTo>
                    <a:pt x="889" y="232"/>
                  </a:lnTo>
                  <a:lnTo>
                    <a:pt x="928" y="193"/>
                  </a:lnTo>
                  <a:lnTo>
                    <a:pt x="850" y="77"/>
                  </a:lnTo>
                  <a:lnTo>
                    <a:pt x="734" y="39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9"/>
            <p:cNvSpPr/>
            <p:nvPr/>
          </p:nvSpPr>
          <p:spPr>
            <a:xfrm>
              <a:off x="5965319" y="1064521"/>
              <a:ext cx="302338" cy="122794"/>
            </a:xfrm>
            <a:custGeom>
              <a:avLst/>
              <a:gdLst/>
              <a:ahLst/>
              <a:cxnLst/>
              <a:rect l="l" t="t" r="r" b="b"/>
              <a:pathLst>
                <a:path w="4944" h="2008" extrusionOk="0">
                  <a:moveTo>
                    <a:pt x="155" y="1969"/>
                  </a:moveTo>
                  <a:lnTo>
                    <a:pt x="155" y="1969"/>
                  </a:lnTo>
                  <a:lnTo>
                    <a:pt x="155" y="1969"/>
                  </a:lnTo>
                  <a:lnTo>
                    <a:pt x="155" y="1969"/>
                  </a:lnTo>
                  <a:lnTo>
                    <a:pt x="155" y="1969"/>
                  </a:lnTo>
                  <a:close/>
                  <a:moveTo>
                    <a:pt x="734" y="1660"/>
                  </a:moveTo>
                  <a:lnTo>
                    <a:pt x="734" y="1660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734" y="1660"/>
                  </a:lnTo>
                  <a:close/>
                  <a:moveTo>
                    <a:pt x="773" y="1583"/>
                  </a:moveTo>
                  <a:lnTo>
                    <a:pt x="773" y="1583"/>
                  </a:lnTo>
                  <a:lnTo>
                    <a:pt x="773" y="1660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773" y="1660"/>
                  </a:lnTo>
                  <a:lnTo>
                    <a:pt x="773" y="1583"/>
                  </a:lnTo>
                  <a:close/>
                  <a:moveTo>
                    <a:pt x="773" y="1583"/>
                  </a:moveTo>
                  <a:lnTo>
                    <a:pt x="773" y="1583"/>
                  </a:lnTo>
                  <a:lnTo>
                    <a:pt x="773" y="1583"/>
                  </a:lnTo>
                  <a:lnTo>
                    <a:pt x="773" y="1583"/>
                  </a:lnTo>
                  <a:lnTo>
                    <a:pt x="773" y="1583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464" y="1583"/>
                  </a:lnTo>
                  <a:lnTo>
                    <a:pt x="618" y="1622"/>
                  </a:lnTo>
                  <a:lnTo>
                    <a:pt x="734" y="1660"/>
                  </a:lnTo>
                  <a:lnTo>
                    <a:pt x="734" y="1660"/>
                  </a:lnTo>
                  <a:lnTo>
                    <a:pt x="618" y="1622"/>
                  </a:lnTo>
                  <a:lnTo>
                    <a:pt x="464" y="1583"/>
                  </a:lnTo>
                  <a:lnTo>
                    <a:pt x="155" y="1390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close/>
                  <a:moveTo>
                    <a:pt x="155" y="1390"/>
                  </a:move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lnTo>
                    <a:pt x="155" y="1390"/>
                  </a:lnTo>
                  <a:close/>
                  <a:moveTo>
                    <a:pt x="78" y="1352"/>
                  </a:moveTo>
                  <a:lnTo>
                    <a:pt x="78" y="1352"/>
                  </a:lnTo>
                  <a:lnTo>
                    <a:pt x="39" y="1390"/>
                  </a:lnTo>
                  <a:lnTo>
                    <a:pt x="0" y="1429"/>
                  </a:lnTo>
                  <a:lnTo>
                    <a:pt x="0" y="1545"/>
                  </a:lnTo>
                  <a:lnTo>
                    <a:pt x="39" y="1738"/>
                  </a:lnTo>
                  <a:lnTo>
                    <a:pt x="116" y="1969"/>
                  </a:lnTo>
                  <a:lnTo>
                    <a:pt x="116" y="1969"/>
                  </a:lnTo>
                  <a:lnTo>
                    <a:pt x="39" y="1738"/>
                  </a:lnTo>
                  <a:lnTo>
                    <a:pt x="0" y="1545"/>
                  </a:lnTo>
                  <a:lnTo>
                    <a:pt x="0" y="1429"/>
                  </a:lnTo>
                  <a:lnTo>
                    <a:pt x="39" y="1390"/>
                  </a:lnTo>
                  <a:lnTo>
                    <a:pt x="78" y="1352"/>
                  </a:lnTo>
                  <a:lnTo>
                    <a:pt x="78" y="1352"/>
                  </a:lnTo>
                  <a:lnTo>
                    <a:pt x="78" y="1352"/>
                  </a:lnTo>
                  <a:close/>
                  <a:moveTo>
                    <a:pt x="2626" y="232"/>
                  </a:moveTo>
                  <a:lnTo>
                    <a:pt x="2626" y="232"/>
                  </a:lnTo>
                  <a:lnTo>
                    <a:pt x="2626" y="232"/>
                  </a:lnTo>
                  <a:lnTo>
                    <a:pt x="3051" y="541"/>
                  </a:lnTo>
                  <a:lnTo>
                    <a:pt x="3592" y="888"/>
                  </a:lnTo>
                  <a:lnTo>
                    <a:pt x="4094" y="1197"/>
                  </a:lnTo>
                  <a:lnTo>
                    <a:pt x="4480" y="1390"/>
                  </a:lnTo>
                  <a:lnTo>
                    <a:pt x="4480" y="1390"/>
                  </a:lnTo>
                  <a:lnTo>
                    <a:pt x="4634" y="1467"/>
                  </a:lnTo>
                  <a:lnTo>
                    <a:pt x="4711" y="1545"/>
                  </a:lnTo>
                  <a:lnTo>
                    <a:pt x="4866" y="1738"/>
                  </a:lnTo>
                  <a:lnTo>
                    <a:pt x="4943" y="1931"/>
                  </a:lnTo>
                  <a:lnTo>
                    <a:pt x="4943" y="2008"/>
                  </a:lnTo>
                  <a:lnTo>
                    <a:pt x="4943" y="2008"/>
                  </a:lnTo>
                  <a:lnTo>
                    <a:pt x="4943" y="2008"/>
                  </a:lnTo>
                  <a:lnTo>
                    <a:pt x="4943" y="1931"/>
                  </a:lnTo>
                  <a:lnTo>
                    <a:pt x="4866" y="1738"/>
                  </a:lnTo>
                  <a:lnTo>
                    <a:pt x="4711" y="1545"/>
                  </a:lnTo>
                  <a:lnTo>
                    <a:pt x="4634" y="1467"/>
                  </a:lnTo>
                  <a:lnTo>
                    <a:pt x="4480" y="1390"/>
                  </a:lnTo>
                  <a:lnTo>
                    <a:pt x="4480" y="1390"/>
                  </a:lnTo>
                  <a:lnTo>
                    <a:pt x="4094" y="1197"/>
                  </a:lnTo>
                  <a:lnTo>
                    <a:pt x="3592" y="888"/>
                  </a:lnTo>
                  <a:lnTo>
                    <a:pt x="3051" y="541"/>
                  </a:lnTo>
                  <a:lnTo>
                    <a:pt x="2626" y="232"/>
                  </a:lnTo>
                  <a:lnTo>
                    <a:pt x="2626" y="232"/>
                  </a:lnTo>
                  <a:close/>
                  <a:moveTo>
                    <a:pt x="2626" y="193"/>
                  </a:moveTo>
                  <a:lnTo>
                    <a:pt x="2626" y="193"/>
                  </a:lnTo>
                  <a:lnTo>
                    <a:pt x="2626" y="193"/>
                  </a:lnTo>
                  <a:lnTo>
                    <a:pt x="2626" y="193"/>
                  </a:lnTo>
                  <a:lnTo>
                    <a:pt x="2626" y="193"/>
                  </a:lnTo>
                  <a:close/>
                  <a:moveTo>
                    <a:pt x="2433" y="77"/>
                  </a:moveTo>
                  <a:lnTo>
                    <a:pt x="2433" y="77"/>
                  </a:lnTo>
                  <a:lnTo>
                    <a:pt x="2356" y="116"/>
                  </a:lnTo>
                  <a:lnTo>
                    <a:pt x="2317" y="232"/>
                  </a:lnTo>
                  <a:lnTo>
                    <a:pt x="2356" y="386"/>
                  </a:lnTo>
                  <a:lnTo>
                    <a:pt x="2433" y="579"/>
                  </a:lnTo>
                  <a:lnTo>
                    <a:pt x="2433" y="579"/>
                  </a:lnTo>
                  <a:lnTo>
                    <a:pt x="2356" y="386"/>
                  </a:lnTo>
                  <a:lnTo>
                    <a:pt x="2317" y="232"/>
                  </a:lnTo>
                  <a:lnTo>
                    <a:pt x="2356" y="116"/>
                  </a:lnTo>
                  <a:lnTo>
                    <a:pt x="2433" y="77"/>
                  </a:lnTo>
                  <a:lnTo>
                    <a:pt x="2433" y="77"/>
                  </a:lnTo>
                  <a:lnTo>
                    <a:pt x="2433" y="77"/>
                  </a:lnTo>
                  <a:lnTo>
                    <a:pt x="2433" y="77"/>
                  </a:lnTo>
                  <a:lnTo>
                    <a:pt x="2433" y="77"/>
                  </a:lnTo>
                  <a:close/>
                  <a:moveTo>
                    <a:pt x="1082" y="0"/>
                  </a:moveTo>
                  <a:lnTo>
                    <a:pt x="1082" y="0"/>
                  </a:lnTo>
                  <a:lnTo>
                    <a:pt x="1082" y="0"/>
                  </a:lnTo>
                  <a:lnTo>
                    <a:pt x="1352" y="116"/>
                  </a:lnTo>
                  <a:lnTo>
                    <a:pt x="1584" y="193"/>
                  </a:lnTo>
                  <a:lnTo>
                    <a:pt x="1777" y="348"/>
                  </a:lnTo>
                  <a:lnTo>
                    <a:pt x="1970" y="502"/>
                  </a:lnTo>
                  <a:lnTo>
                    <a:pt x="2317" y="734"/>
                  </a:lnTo>
                  <a:lnTo>
                    <a:pt x="2472" y="850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626" y="888"/>
                  </a:lnTo>
                  <a:lnTo>
                    <a:pt x="2472" y="850"/>
                  </a:lnTo>
                  <a:lnTo>
                    <a:pt x="2317" y="734"/>
                  </a:lnTo>
                  <a:lnTo>
                    <a:pt x="1970" y="502"/>
                  </a:lnTo>
                  <a:lnTo>
                    <a:pt x="1777" y="348"/>
                  </a:lnTo>
                  <a:lnTo>
                    <a:pt x="1584" y="193"/>
                  </a:lnTo>
                  <a:lnTo>
                    <a:pt x="1352" y="116"/>
                  </a:lnTo>
                  <a:lnTo>
                    <a:pt x="1082" y="0"/>
                  </a:lnTo>
                  <a:lnTo>
                    <a:pt x="1082" y="0"/>
                  </a:lnTo>
                  <a:close/>
                  <a:moveTo>
                    <a:pt x="1043" y="0"/>
                  </a:moveTo>
                  <a:lnTo>
                    <a:pt x="1043" y="0"/>
                  </a:lnTo>
                  <a:lnTo>
                    <a:pt x="1043" y="0"/>
                  </a:lnTo>
                  <a:lnTo>
                    <a:pt x="1043" y="0"/>
                  </a:lnTo>
                  <a:lnTo>
                    <a:pt x="1043" y="0"/>
                  </a:lnTo>
                  <a:close/>
                  <a:moveTo>
                    <a:pt x="966" y="0"/>
                  </a:moveTo>
                  <a:lnTo>
                    <a:pt x="966" y="0"/>
                  </a:lnTo>
                  <a:lnTo>
                    <a:pt x="850" y="0"/>
                  </a:lnTo>
                  <a:lnTo>
                    <a:pt x="773" y="77"/>
                  </a:lnTo>
                  <a:lnTo>
                    <a:pt x="695" y="116"/>
                  </a:lnTo>
                  <a:lnTo>
                    <a:pt x="657" y="232"/>
                  </a:lnTo>
                  <a:lnTo>
                    <a:pt x="580" y="425"/>
                  </a:lnTo>
                  <a:lnTo>
                    <a:pt x="580" y="695"/>
                  </a:lnTo>
                  <a:lnTo>
                    <a:pt x="618" y="965"/>
                  </a:lnTo>
                  <a:lnTo>
                    <a:pt x="657" y="1236"/>
                  </a:lnTo>
                  <a:lnTo>
                    <a:pt x="773" y="1583"/>
                  </a:lnTo>
                  <a:lnTo>
                    <a:pt x="773" y="1583"/>
                  </a:lnTo>
                  <a:lnTo>
                    <a:pt x="657" y="1236"/>
                  </a:lnTo>
                  <a:lnTo>
                    <a:pt x="618" y="965"/>
                  </a:lnTo>
                  <a:lnTo>
                    <a:pt x="580" y="695"/>
                  </a:lnTo>
                  <a:lnTo>
                    <a:pt x="580" y="425"/>
                  </a:lnTo>
                  <a:lnTo>
                    <a:pt x="657" y="232"/>
                  </a:lnTo>
                  <a:lnTo>
                    <a:pt x="695" y="116"/>
                  </a:lnTo>
                  <a:lnTo>
                    <a:pt x="773" y="77"/>
                  </a:lnTo>
                  <a:lnTo>
                    <a:pt x="850" y="0"/>
                  </a:lnTo>
                  <a:lnTo>
                    <a:pt x="966" y="0"/>
                  </a:lnTo>
                  <a:close/>
                  <a:moveTo>
                    <a:pt x="966" y="0"/>
                  </a:move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lnTo>
                    <a:pt x="966" y="0"/>
                  </a:lnTo>
                  <a:close/>
                </a:path>
              </a:pathLst>
            </a:custGeom>
            <a:solidFill>
              <a:srgbClr val="FFF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9"/>
            <p:cNvSpPr/>
            <p:nvPr/>
          </p:nvSpPr>
          <p:spPr>
            <a:xfrm>
              <a:off x="5974736" y="1184929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9"/>
            <p:cNvSpPr/>
            <p:nvPr/>
          </p:nvSpPr>
          <p:spPr>
            <a:xfrm>
              <a:off x="6010205" y="116603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9"/>
            <p:cNvSpPr/>
            <p:nvPr/>
          </p:nvSpPr>
          <p:spPr>
            <a:xfrm>
              <a:off x="6010205" y="1161325"/>
              <a:ext cx="2385" cy="4770"/>
            </a:xfrm>
            <a:custGeom>
              <a:avLst/>
              <a:gdLst/>
              <a:ahLst/>
              <a:cxnLst/>
              <a:rect l="l" t="t" r="r" b="b"/>
              <a:pathLst>
                <a:path w="39" h="78" fill="none" extrusionOk="0">
                  <a:moveTo>
                    <a:pt x="39" y="0"/>
                  </a:moveTo>
                  <a:lnTo>
                    <a:pt x="39" y="0"/>
                  </a:lnTo>
                  <a:lnTo>
                    <a:pt x="39" y="77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39" y="77"/>
                  </a:lnTo>
                  <a:lnTo>
                    <a:pt x="3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9"/>
            <p:cNvSpPr/>
            <p:nvPr/>
          </p:nvSpPr>
          <p:spPr>
            <a:xfrm>
              <a:off x="6012528" y="1161325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9"/>
            <p:cNvSpPr/>
            <p:nvPr/>
          </p:nvSpPr>
          <p:spPr>
            <a:xfrm>
              <a:off x="5974736" y="1149522"/>
              <a:ext cx="35530" cy="16572"/>
            </a:xfrm>
            <a:custGeom>
              <a:avLst/>
              <a:gdLst/>
              <a:ahLst/>
              <a:cxnLst/>
              <a:rect l="l" t="t" r="r" b="b"/>
              <a:pathLst>
                <a:path w="581" h="27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10" y="193"/>
                  </a:lnTo>
                  <a:lnTo>
                    <a:pt x="464" y="232"/>
                  </a:lnTo>
                  <a:lnTo>
                    <a:pt x="580" y="270"/>
                  </a:lnTo>
                  <a:lnTo>
                    <a:pt x="580" y="270"/>
                  </a:lnTo>
                  <a:lnTo>
                    <a:pt x="464" y="232"/>
                  </a:lnTo>
                  <a:lnTo>
                    <a:pt x="310" y="193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9"/>
            <p:cNvSpPr/>
            <p:nvPr/>
          </p:nvSpPr>
          <p:spPr>
            <a:xfrm>
              <a:off x="5974736" y="1149522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9"/>
            <p:cNvSpPr/>
            <p:nvPr/>
          </p:nvSpPr>
          <p:spPr>
            <a:xfrm>
              <a:off x="5974736" y="1149522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9"/>
            <p:cNvSpPr/>
            <p:nvPr/>
          </p:nvSpPr>
          <p:spPr>
            <a:xfrm>
              <a:off x="5974736" y="1149522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9"/>
            <p:cNvSpPr/>
            <p:nvPr/>
          </p:nvSpPr>
          <p:spPr>
            <a:xfrm>
              <a:off x="5965319" y="1147137"/>
              <a:ext cx="7155" cy="37853"/>
            </a:xfrm>
            <a:custGeom>
              <a:avLst/>
              <a:gdLst/>
              <a:ahLst/>
              <a:cxnLst/>
              <a:rect l="l" t="t" r="r" b="b"/>
              <a:pathLst>
                <a:path w="117" h="619" fill="none" extrusionOk="0">
                  <a:moveTo>
                    <a:pt x="78" y="1"/>
                  </a:moveTo>
                  <a:lnTo>
                    <a:pt x="78" y="1"/>
                  </a:lnTo>
                  <a:lnTo>
                    <a:pt x="39" y="39"/>
                  </a:lnTo>
                  <a:lnTo>
                    <a:pt x="0" y="78"/>
                  </a:lnTo>
                  <a:lnTo>
                    <a:pt x="0" y="194"/>
                  </a:lnTo>
                  <a:lnTo>
                    <a:pt x="39" y="387"/>
                  </a:lnTo>
                  <a:lnTo>
                    <a:pt x="116" y="618"/>
                  </a:lnTo>
                  <a:lnTo>
                    <a:pt x="116" y="618"/>
                  </a:lnTo>
                  <a:lnTo>
                    <a:pt x="39" y="387"/>
                  </a:lnTo>
                  <a:lnTo>
                    <a:pt x="0" y="194"/>
                  </a:lnTo>
                  <a:lnTo>
                    <a:pt x="0" y="78"/>
                  </a:lnTo>
                  <a:lnTo>
                    <a:pt x="39" y="39"/>
                  </a:lnTo>
                  <a:lnTo>
                    <a:pt x="78" y="1"/>
                  </a:lnTo>
                  <a:lnTo>
                    <a:pt x="78" y="1"/>
                  </a:lnTo>
                  <a:lnTo>
                    <a:pt x="78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9"/>
            <p:cNvSpPr/>
            <p:nvPr/>
          </p:nvSpPr>
          <p:spPr>
            <a:xfrm>
              <a:off x="6125905" y="1078647"/>
              <a:ext cx="141751" cy="108668"/>
            </a:xfrm>
            <a:custGeom>
              <a:avLst/>
              <a:gdLst/>
              <a:ahLst/>
              <a:cxnLst/>
              <a:rect l="l" t="t" r="r" b="b"/>
              <a:pathLst>
                <a:path w="2318" h="177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25" y="310"/>
                  </a:lnTo>
                  <a:lnTo>
                    <a:pt x="966" y="657"/>
                  </a:lnTo>
                  <a:lnTo>
                    <a:pt x="1468" y="966"/>
                  </a:lnTo>
                  <a:lnTo>
                    <a:pt x="1854" y="1159"/>
                  </a:lnTo>
                  <a:lnTo>
                    <a:pt x="1854" y="1159"/>
                  </a:lnTo>
                  <a:lnTo>
                    <a:pt x="2008" y="1236"/>
                  </a:lnTo>
                  <a:lnTo>
                    <a:pt x="2085" y="1314"/>
                  </a:lnTo>
                  <a:lnTo>
                    <a:pt x="2240" y="1507"/>
                  </a:lnTo>
                  <a:lnTo>
                    <a:pt x="2317" y="1700"/>
                  </a:lnTo>
                  <a:lnTo>
                    <a:pt x="2317" y="1777"/>
                  </a:lnTo>
                  <a:lnTo>
                    <a:pt x="2317" y="1777"/>
                  </a:lnTo>
                  <a:lnTo>
                    <a:pt x="2317" y="1777"/>
                  </a:lnTo>
                  <a:lnTo>
                    <a:pt x="2317" y="1700"/>
                  </a:lnTo>
                  <a:lnTo>
                    <a:pt x="2240" y="1507"/>
                  </a:lnTo>
                  <a:lnTo>
                    <a:pt x="2085" y="1314"/>
                  </a:lnTo>
                  <a:lnTo>
                    <a:pt x="2008" y="1236"/>
                  </a:lnTo>
                  <a:lnTo>
                    <a:pt x="1854" y="1159"/>
                  </a:lnTo>
                  <a:lnTo>
                    <a:pt x="1854" y="1159"/>
                  </a:lnTo>
                  <a:lnTo>
                    <a:pt x="1468" y="966"/>
                  </a:lnTo>
                  <a:lnTo>
                    <a:pt x="966" y="657"/>
                  </a:lnTo>
                  <a:lnTo>
                    <a:pt x="425" y="310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9"/>
            <p:cNvSpPr/>
            <p:nvPr/>
          </p:nvSpPr>
          <p:spPr>
            <a:xfrm>
              <a:off x="6125905" y="1076323"/>
              <a:ext cx="61" cy="61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9"/>
            <p:cNvSpPr/>
            <p:nvPr/>
          </p:nvSpPr>
          <p:spPr>
            <a:xfrm>
              <a:off x="6107009" y="1069230"/>
              <a:ext cx="7155" cy="30760"/>
            </a:xfrm>
            <a:custGeom>
              <a:avLst/>
              <a:gdLst/>
              <a:ahLst/>
              <a:cxnLst/>
              <a:rect l="l" t="t" r="r" b="b"/>
              <a:pathLst>
                <a:path w="117" h="503" fill="none" extrusionOk="0">
                  <a:moveTo>
                    <a:pt x="116" y="0"/>
                  </a:moveTo>
                  <a:lnTo>
                    <a:pt x="116" y="0"/>
                  </a:lnTo>
                  <a:lnTo>
                    <a:pt x="39" y="39"/>
                  </a:lnTo>
                  <a:lnTo>
                    <a:pt x="0" y="155"/>
                  </a:lnTo>
                  <a:lnTo>
                    <a:pt x="39" y="309"/>
                  </a:lnTo>
                  <a:lnTo>
                    <a:pt x="116" y="502"/>
                  </a:lnTo>
                  <a:lnTo>
                    <a:pt x="116" y="502"/>
                  </a:lnTo>
                  <a:lnTo>
                    <a:pt x="39" y="309"/>
                  </a:lnTo>
                  <a:lnTo>
                    <a:pt x="0" y="155"/>
                  </a:lnTo>
                  <a:lnTo>
                    <a:pt x="39" y="39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9"/>
            <p:cNvSpPr/>
            <p:nvPr/>
          </p:nvSpPr>
          <p:spPr>
            <a:xfrm>
              <a:off x="6031424" y="1064521"/>
              <a:ext cx="94542" cy="54365"/>
            </a:xfrm>
            <a:custGeom>
              <a:avLst/>
              <a:gdLst/>
              <a:ahLst/>
              <a:cxnLst/>
              <a:rect l="l" t="t" r="r" b="b"/>
              <a:pathLst>
                <a:path w="1546" h="889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71" y="116"/>
                  </a:lnTo>
                  <a:lnTo>
                    <a:pt x="503" y="193"/>
                  </a:lnTo>
                  <a:lnTo>
                    <a:pt x="696" y="348"/>
                  </a:lnTo>
                  <a:lnTo>
                    <a:pt x="889" y="502"/>
                  </a:lnTo>
                  <a:lnTo>
                    <a:pt x="1236" y="734"/>
                  </a:lnTo>
                  <a:lnTo>
                    <a:pt x="1391" y="850"/>
                  </a:lnTo>
                  <a:lnTo>
                    <a:pt x="1545" y="888"/>
                  </a:lnTo>
                  <a:lnTo>
                    <a:pt x="1545" y="888"/>
                  </a:lnTo>
                  <a:lnTo>
                    <a:pt x="1545" y="888"/>
                  </a:lnTo>
                  <a:lnTo>
                    <a:pt x="1545" y="888"/>
                  </a:lnTo>
                  <a:lnTo>
                    <a:pt x="1391" y="850"/>
                  </a:lnTo>
                  <a:lnTo>
                    <a:pt x="1236" y="734"/>
                  </a:lnTo>
                  <a:lnTo>
                    <a:pt x="889" y="502"/>
                  </a:lnTo>
                  <a:lnTo>
                    <a:pt x="696" y="348"/>
                  </a:lnTo>
                  <a:lnTo>
                    <a:pt x="503" y="193"/>
                  </a:lnTo>
                  <a:lnTo>
                    <a:pt x="271" y="116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9"/>
            <p:cNvSpPr/>
            <p:nvPr/>
          </p:nvSpPr>
          <p:spPr>
            <a:xfrm>
              <a:off x="6029101" y="1064521"/>
              <a:ext cx="61" cy="0"/>
            </a:xfrm>
            <a:custGeom>
              <a:avLst/>
              <a:gdLst/>
              <a:ahLst/>
              <a:cxnLst/>
              <a:rect l="l" t="t" r="r" b="b"/>
              <a:pathLst>
                <a:path w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9"/>
            <p:cNvSpPr/>
            <p:nvPr/>
          </p:nvSpPr>
          <p:spPr>
            <a:xfrm>
              <a:off x="6000726" y="1064521"/>
              <a:ext cx="23666" cy="96866"/>
            </a:xfrm>
            <a:custGeom>
              <a:avLst/>
              <a:gdLst/>
              <a:ahLst/>
              <a:cxnLst/>
              <a:rect l="l" t="t" r="r" b="b"/>
              <a:pathLst>
                <a:path w="387" h="1584" fill="none" extrusionOk="0">
                  <a:moveTo>
                    <a:pt x="387" y="0"/>
                  </a:moveTo>
                  <a:lnTo>
                    <a:pt x="387" y="0"/>
                  </a:lnTo>
                  <a:lnTo>
                    <a:pt x="271" y="0"/>
                  </a:lnTo>
                  <a:lnTo>
                    <a:pt x="194" y="77"/>
                  </a:lnTo>
                  <a:lnTo>
                    <a:pt x="116" y="116"/>
                  </a:lnTo>
                  <a:lnTo>
                    <a:pt x="78" y="232"/>
                  </a:lnTo>
                  <a:lnTo>
                    <a:pt x="1" y="425"/>
                  </a:lnTo>
                  <a:lnTo>
                    <a:pt x="1" y="695"/>
                  </a:lnTo>
                  <a:lnTo>
                    <a:pt x="39" y="965"/>
                  </a:lnTo>
                  <a:lnTo>
                    <a:pt x="78" y="1236"/>
                  </a:lnTo>
                  <a:lnTo>
                    <a:pt x="194" y="1583"/>
                  </a:lnTo>
                  <a:lnTo>
                    <a:pt x="194" y="1583"/>
                  </a:lnTo>
                  <a:lnTo>
                    <a:pt x="78" y="1236"/>
                  </a:lnTo>
                  <a:lnTo>
                    <a:pt x="39" y="965"/>
                  </a:lnTo>
                  <a:lnTo>
                    <a:pt x="1" y="695"/>
                  </a:lnTo>
                  <a:lnTo>
                    <a:pt x="1" y="425"/>
                  </a:lnTo>
                  <a:lnTo>
                    <a:pt x="78" y="232"/>
                  </a:lnTo>
                  <a:lnTo>
                    <a:pt x="116" y="116"/>
                  </a:lnTo>
                  <a:lnTo>
                    <a:pt x="194" y="77"/>
                  </a:lnTo>
                  <a:lnTo>
                    <a:pt x="271" y="0"/>
                  </a:lnTo>
                  <a:lnTo>
                    <a:pt x="38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9"/>
            <p:cNvSpPr/>
            <p:nvPr/>
          </p:nvSpPr>
          <p:spPr>
            <a:xfrm>
              <a:off x="6024331" y="1064521"/>
              <a:ext cx="61" cy="0"/>
            </a:xfrm>
            <a:custGeom>
              <a:avLst/>
              <a:gdLst/>
              <a:ahLst/>
              <a:cxnLst/>
              <a:rect l="l" t="t" r="r" b="b"/>
              <a:pathLst>
                <a:path w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9"/>
            <p:cNvSpPr/>
            <p:nvPr/>
          </p:nvSpPr>
          <p:spPr>
            <a:xfrm>
              <a:off x="5965319" y="1064521"/>
              <a:ext cx="302338" cy="144075"/>
            </a:xfrm>
            <a:custGeom>
              <a:avLst/>
              <a:gdLst/>
              <a:ahLst/>
              <a:cxnLst/>
              <a:rect l="l" t="t" r="r" b="b"/>
              <a:pathLst>
                <a:path w="4944" h="2356" extrusionOk="0">
                  <a:moveTo>
                    <a:pt x="850" y="0"/>
                  </a:moveTo>
                  <a:lnTo>
                    <a:pt x="773" y="77"/>
                  </a:lnTo>
                  <a:lnTo>
                    <a:pt x="695" y="116"/>
                  </a:lnTo>
                  <a:lnTo>
                    <a:pt x="657" y="232"/>
                  </a:lnTo>
                  <a:lnTo>
                    <a:pt x="580" y="425"/>
                  </a:lnTo>
                  <a:lnTo>
                    <a:pt x="580" y="695"/>
                  </a:lnTo>
                  <a:lnTo>
                    <a:pt x="618" y="965"/>
                  </a:lnTo>
                  <a:lnTo>
                    <a:pt x="657" y="1236"/>
                  </a:lnTo>
                  <a:lnTo>
                    <a:pt x="773" y="1583"/>
                  </a:lnTo>
                  <a:lnTo>
                    <a:pt x="773" y="1660"/>
                  </a:lnTo>
                  <a:lnTo>
                    <a:pt x="734" y="1660"/>
                  </a:lnTo>
                  <a:lnTo>
                    <a:pt x="618" y="1622"/>
                  </a:lnTo>
                  <a:lnTo>
                    <a:pt x="464" y="1583"/>
                  </a:lnTo>
                  <a:lnTo>
                    <a:pt x="155" y="1390"/>
                  </a:lnTo>
                  <a:lnTo>
                    <a:pt x="78" y="1352"/>
                  </a:lnTo>
                  <a:lnTo>
                    <a:pt x="39" y="1390"/>
                  </a:lnTo>
                  <a:lnTo>
                    <a:pt x="0" y="1429"/>
                  </a:lnTo>
                  <a:lnTo>
                    <a:pt x="0" y="1545"/>
                  </a:lnTo>
                  <a:lnTo>
                    <a:pt x="39" y="1738"/>
                  </a:lnTo>
                  <a:lnTo>
                    <a:pt x="116" y="1969"/>
                  </a:lnTo>
                  <a:lnTo>
                    <a:pt x="155" y="1969"/>
                  </a:lnTo>
                  <a:lnTo>
                    <a:pt x="155" y="2008"/>
                  </a:lnTo>
                  <a:lnTo>
                    <a:pt x="194" y="2047"/>
                  </a:lnTo>
                  <a:lnTo>
                    <a:pt x="541" y="2240"/>
                  </a:lnTo>
                  <a:lnTo>
                    <a:pt x="734" y="2356"/>
                  </a:lnTo>
                  <a:lnTo>
                    <a:pt x="1004" y="2356"/>
                  </a:lnTo>
                  <a:lnTo>
                    <a:pt x="1043" y="2278"/>
                  </a:lnTo>
                  <a:lnTo>
                    <a:pt x="1043" y="2124"/>
                  </a:lnTo>
                  <a:lnTo>
                    <a:pt x="1043" y="1931"/>
                  </a:lnTo>
                  <a:lnTo>
                    <a:pt x="927" y="1467"/>
                  </a:lnTo>
                  <a:lnTo>
                    <a:pt x="850" y="1043"/>
                  </a:lnTo>
                  <a:lnTo>
                    <a:pt x="850" y="927"/>
                  </a:lnTo>
                  <a:lnTo>
                    <a:pt x="850" y="888"/>
                  </a:lnTo>
                  <a:lnTo>
                    <a:pt x="889" y="888"/>
                  </a:lnTo>
                  <a:lnTo>
                    <a:pt x="1004" y="965"/>
                  </a:lnTo>
                  <a:lnTo>
                    <a:pt x="1236" y="1120"/>
                  </a:lnTo>
                  <a:lnTo>
                    <a:pt x="1584" y="1274"/>
                  </a:lnTo>
                  <a:lnTo>
                    <a:pt x="2356" y="1622"/>
                  </a:lnTo>
                  <a:lnTo>
                    <a:pt x="3090" y="1892"/>
                  </a:lnTo>
                  <a:lnTo>
                    <a:pt x="3360" y="1969"/>
                  </a:lnTo>
                  <a:lnTo>
                    <a:pt x="3553" y="2008"/>
                  </a:lnTo>
                  <a:lnTo>
                    <a:pt x="3630" y="1969"/>
                  </a:lnTo>
                  <a:lnTo>
                    <a:pt x="3669" y="1892"/>
                  </a:lnTo>
                  <a:lnTo>
                    <a:pt x="3630" y="1815"/>
                  </a:lnTo>
                  <a:lnTo>
                    <a:pt x="3592" y="1699"/>
                  </a:lnTo>
                  <a:lnTo>
                    <a:pt x="3437" y="1429"/>
                  </a:lnTo>
                  <a:lnTo>
                    <a:pt x="3360" y="1236"/>
                  </a:lnTo>
                  <a:lnTo>
                    <a:pt x="3399" y="1197"/>
                  </a:lnTo>
                  <a:lnTo>
                    <a:pt x="3437" y="1197"/>
                  </a:lnTo>
                  <a:lnTo>
                    <a:pt x="3746" y="1274"/>
                  </a:lnTo>
                  <a:lnTo>
                    <a:pt x="4171" y="1467"/>
                  </a:lnTo>
                  <a:lnTo>
                    <a:pt x="4596" y="1738"/>
                  </a:lnTo>
                  <a:lnTo>
                    <a:pt x="4789" y="1854"/>
                  </a:lnTo>
                  <a:lnTo>
                    <a:pt x="4943" y="2008"/>
                  </a:lnTo>
                  <a:lnTo>
                    <a:pt x="4943" y="1931"/>
                  </a:lnTo>
                  <a:lnTo>
                    <a:pt x="4866" y="1738"/>
                  </a:lnTo>
                  <a:lnTo>
                    <a:pt x="4711" y="1545"/>
                  </a:lnTo>
                  <a:lnTo>
                    <a:pt x="4634" y="1467"/>
                  </a:lnTo>
                  <a:lnTo>
                    <a:pt x="4480" y="1390"/>
                  </a:lnTo>
                  <a:lnTo>
                    <a:pt x="4094" y="1197"/>
                  </a:lnTo>
                  <a:lnTo>
                    <a:pt x="3592" y="888"/>
                  </a:lnTo>
                  <a:lnTo>
                    <a:pt x="3051" y="541"/>
                  </a:lnTo>
                  <a:lnTo>
                    <a:pt x="2626" y="232"/>
                  </a:lnTo>
                  <a:lnTo>
                    <a:pt x="2626" y="193"/>
                  </a:lnTo>
                  <a:lnTo>
                    <a:pt x="2510" y="116"/>
                  </a:lnTo>
                  <a:lnTo>
                    <a:pt x="2433" y="77"/>
                  </a:lnTo>
                  <a:lnTo>
                    <a:pt x="2356" y="116"/>
                  </a:lnTo>
                  <a:lnTo>
                    <a:pt x="2317" y="232"/>
                  </a:lnTo>
                  <a:lnTo>
                    <a:pt x="2356" y="386"/>
                  </a:lnTo>
                  <a:lnTo>
                    <a:pt x="2433" y="579"/>
                  </a:lnTo>
                  <a:lnTo>
                    <a:pt x="2626" y="888"/>
                  </a:lnTo>
                  <a:lnTo>
                    <a:pt x="2472" y="850"/>
                  </a:lnTo>
                  <a:lnTo>
                    <a:pt x="2317" y="734"/>
                  </a:lnTo>
                  <a:lnTo>
                    <a:pt x="1970" y="502"/>
                  </a:lnTo>
                  <a:lnTo>
                    <a:pt x="1777" y="348"/>
                  </a:lnTo>
                  <a:lnTo>
                    <a:pt x="1584" y="193"/>
                  </a:lnTo>
                  <a:lnTo>
                    <a:pt x="1352" y="116"/>
                  </a:lnTo>
                  <a:lnTo>
                    <a:pt x="108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9"/>
            <p:cNvSpPr/>
            <p:nvPr/>
          </p:nvSpPr>
          <p:spPr>
            <a:xfrm>
              <a:off x="5318266" y="3272353"/>
              <a:ext cx="40238" cy="47332"/>
            </a:xfrm>
            <a:custGeom>
              <a:avLst/>
              <a:gdLst/>
              <a:ahLst/>
              <a:cxnLst/>
              <a:rect l="l" t="t" r="r" b="b"/>
              <a:pathLst>
                <a:path w="658" h="774" extrusionOk="0">
                  <a:moveTo>
                    <a:pt x="40" y="1"/>
                  </a:moveTo>
                  <a:lnTo>
                    <a:pt x="1" y="117"/>
                  </a:lnTo>
                  <a:lnTo>
                    <a:pt x="78" y="117"/>
                  </a:lnTo>
                  <a:lnTo>
                    <a:pt x="194" y="232"/>
                  </a:lnTo>
                  <a:lnTo>
                    <a:pt x="387" y="426"/>
                  </a:lnTo>
                  <a:lnTo>
                    <a:pt x="464" y="580"/>
                  </a:lnTo>
                  <a:lnTo>
                    <a:pt x="542" y="773"/>
                  </a:lnTo>
                  <a:lnTo>
                    <a:pt x="657" y="734"/>
                  </a:lnTo>
                  <a:lnTo>
                    <a:pt x="580" y="503"/>
                  </a:lnTo>
                  <a:lnTo>
                    <a:pt x="464" y="348"/>
                  </a:lnTo>
                  <a:lnTo>
                    <a:pt x="387" y="194"/>
                  </a:lnTo>
                  <a:lnTo>
                    <a:pt x="271" y="117"/>
                  </a:lnTo>
                  <a:lnTo>
                    <a:pt x="11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9"/>
            <p:cNvSpPr/>
            <p:nvPr/>
          </p:nvSpPr>
          <p:spPr>
            <a:xfrm>
              <a:off x="5348965" y="3272353"/>
              <a:ext cx="40238" cy="47332"/>
            </a:xfrm>
            <a:custGeom>
              <a:avLst/>
              <a:gdLst/>
              <a:ahLst/>
              <a:cxnLst/>
              <a:rect l="l" t="t" r="r" b="b"/>
              <a:pathLst>
                <a:path w="658" h="774" extrusionOk="0">
                  <a:moveTo>
                    <a:pt x="40" y="1"/>
                  </a:moveTo>
                  <a:lnTo>
                    <a:pt x="1" y="117"/>
                  </a:lnTo>
                  <a:lnTo>
                    <a:pt x="40" y="117"/>
                  </a:lnTo>
                  <a:lnTo>
                    <a:pt x="194" y="232"/>
                  </a:lnTo>
                  <a:lnTo>
                    <a:pt x="348" y="426"/>
                  </a:lnTo>
                  <a:lnTo>
                    <a:pt x="464" y="580"/>
                  </a:lnTo>
                  <a:lnTo>
                    <a:pt x="542" y="773"/>
                  </a:lnTo>
                  <a:lnTo>
                    <a:pt x="657" y="734"/>
                  </a:lnTo>
                  <a:lnTo>
                    <a:pt x="542" y="503"/>
                  </a:lnTo>
                  <a:lnTo>
                    <a:pt x="464" y="348"/>
                  </a:lnTo>
                  <a:lnTo>
                    <a:pt x="348" y="194"/>
                  </a:lnTo>
                  <a:lnTo>
                    <a:pt x="271" y="117"/>
                  </a:lnTo>
                  <a:lnTo>
                    <a:pt x="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9"/>
            <p:cNvSpPr/>
            <p:nvPr/>
          </p:nvSpPr>
          <p:spPr>
            <a:xfrm>
              <a:off x="5608740" y="3121247"/>
              <a:ext cx="52041" cy="21281"/>
            </a:xfrm>
            <a:custGeom>
              <a:avLst/>
              <a:gdLst/>
              <a:ahLst/>
              <a:cxnLst/>
              <a:rect l="l" t="t" r="r" b="b"/>
              <a:pathLst>
                <a:path w="851" h="348" extrusionOk="0">
                  <a:moveTo>
                    <a:pt x="1" y="0"/>
                  </a:moveTo>
                  <a:lnTo>
                    <a:pt x="1" y="116"/>
                  </a:lnTo>
                  <a:lnTo>
                    <a:pt x="39" y="116"/>
                  </a:lnTo>
                  <a:lnTo>
                    <a:pt x="348" y="155"/>
                  </a:lnTo>
                  <a:lnTo>
                    <a:pt x="580" y="232"/>
                  </a:lnTo>
                  <a:lnTo>
                    <a:pt x="773" y="348"/>
                  </a:lnTo>
                  <a:lnTo>
                    <a:pt x="850" y="232"/>
                  </a:lnTo>
                  <a:lnTo>
                    <a:pt x="734" y="155"/>
                  </a:lnTo>
                  <a:lnTo>
                    <a:pt x="618" y="116"/>
                  </a:lnTo>
                  <a:lnTo>
                    <a:pt x="387" y="3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9"/>
            <p:cNvSpPr/>
            <p:nvPr/>
          </p:nvSpPr>
          <p:spPr>
            <a:xfrm>
              <a:off x="5637053" y="3104736"/>
              <a:ext cx="42623" cy="23666"/>
            </a:xfrm>
            <a:custGeom>
              <a:avLst/>
              <a:gdLst/>
              <a:ahLst/>
              <a:cxnLst/>
              <a:rect l="l" t="t" r="r" b="b"/>
              <a:pathLst>
                <a:path w="697" h="387" extrusionOk="0">
                  <a:moveTo>
                    <a:pt x="1" y="0"/>
                  </a:moveTo>
                  <a:lnTo>
                    <a:pt x="1" y="116"/>
                  </a:lnTo>
                  <a:lnTo>
                    <a:pt x="40" y="116"/>
                  </a:lnTo>
                  <a:lnTo>
                    <a:pt x="348" y="232"/>
                  </a:lnTo>
                  <a:lnTo>
                    <a:pt x="619" y="386"/>
                  </a:lnTo>
                  <a:lnTo>
                    <a:pt x="696" y="270"/>
                  </a:lnTo>
                  <a:lnTo>
                    <a:pt x="503" y="155"/>
                  </a:lnTo>
                  <a:lnTo>
                    <a:pt x="271" y="7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9"/>
            <p:cNvSpPr/>
            <p:nvPr/>
          </p:nvSpPr>
          <p:spPr>
            <a:xfrm>
              <a:off x="6055029" y="1520226"/>
              <a:ext cx="160648" cy="75646"/>
            </a:xfrm>
            <a:custGeom>
              <a:avLst/>
              <a:gdLst/>
              <a:ahLst/>
              <a:cxnLst/>
              <a:rect l="l" t="t" r="r" b="b"/>
              <a:pathLst>
                <a:path w="2627" h="1237" extrusionOk="0">
                  <a:moveTo>
                    <a:pt x="2434" y="1"/>
                  </a:moveTo>
                  <a:lnTo>
                    <a:pt x="1893" y="387"/>
                  </a:lnTo>
                  <a:lnTo>
                    <a:pt x="1236" y="734"/>
                  </a:lnTo>
                  <a:lnTo>
                    <a:pt x="966" y="889"/>
                  </a:lnTo>
                  <a:lnTo>
                    <a:pt x="696" y="1005"/>
                  </a:lnTo>
                  <a:lnTo>
                    <a:pt x="464" y="1082"/>
                  </a:lnTo>
                  <a:lnTo>
                    <a:pt x="310" y="1043"/>
                  </a:lnTo>
                  <a:lnTo>
                    <a:pt x="232" y="1005"/>
                  </a:lnTo>
                  <a:lnTo>
                    <a:pt x="194" y="966"/>
                  </a:lnTo>
                  <a:lnTo>
                    <a:pt x="194" y="812"/>
                  </a:lnTo>
                  <a:lnTo>
                    <a:pt x="232" y="618"/>
                  </a:lnTo>
                  <a:lnTo>
                    <a:pt x="387" y="348"/>
                  </a:lnTo>
                  <a:lnTo>
                    <a:pt x="155" y="387"/>
                  </a:lnTo>
                  <a:lnTo>
                    <a:pt x="39" y="618"/>
                  </a:lnTo>
                  <a:lnTo>
                    <a:pt x="1" y="812"/>
                  </a:lnTo>
                  <a:lnTo>
                    <a:pt x="39" y="1005"/>
                  </a:lnTo>
                  <a:lnTo>
                    <a:pt x="117" y="1120"/>
                  </a:lnTo>
                  <a:lnTo>
                    <a:pt x="232" y="1198"/>
                  </a:lnTo>
                  <a:lnTo>
                    <a:pt x="387" y="1236"/>
                  </a:lnTo>
                  <a:lnTo>
                    <a:pt x="619" y="1198"/>
                  </a:lnTo>
                  <a:lnTo>
                    <a:pt x="889" y="1120"/>
                  </a:lnTo>
                  <a:lnTo>
                    <a:pt x="1236" y="966"/>
                  </a:lnTo>
                  <a:lnTo>
                    <a:pt x="1623" y="734"/>
                  </a:lnTo>
                  <a:lnTo>
                    <a:pt x="2318" y="271"/>
                  </a:lnTo>
                  <a:lnTo>
                    <a:pt x="2627" y="78"/>
                  </a:lnTo>
                  <a:lnTo>
                    <a:pt x="24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9"/>
            <p:cNvSpPr/>
            <p:nvPr/>
          </p:nvSpPr>
          <p:spPr>
            <a:xfrm>
              <a:off x="6274627" y="1624123"/>
              <a:ext cx="205534" cy="167741"/>
            </a:xfrm>
            <a:custGeom>
              <a:avLst/>
              <a:gdLst/>
              <a:ahLst/>
              <a:cxnLst/>
              <a:rect l="l" t="t" r="r" b="b"/>
              <a:pathLst>
                <a:path w="3361" h="2743" extrusionOk="0">
                  <a:moveTo>
                    <a:pt x="3052" y="1"/>
                  </a:moveTo>
                  <a:lnTo>
                    <a:pt x="2665" y="117"/>
                  </a:lnTo>
                  <a:lnTo>
                    <a:pt x="2318" y="232"/>
                  </a:lnTo>
                  <a:lnTo>
                    <a:pt x="2009" y="387"/>
                  </a:lnTo>
                  <a:lnTo>
                    <a:pt x="1700" y="541"/>
                  </a:lnTo>
                  <a:lnTo>
                    <a:pt x="1198" y="850"/>
                  </a:lnTo>
                  <a:lnTo>
                    <a:pt x="812" y="1198"/>
                  </a:lnTo>
                  <a:lnTo>
                    <a:pt x="503" y="1584"/>
                  </a:lnTo>
                  <a:lnTo>
                    <a:pt x="271" y="1893"/>
                  </a:lnTo>
                  <a:lnTo>
                    <a:pt x="117" y="2202"/>
                  </a:lnTo>
                  <a:lnTo>
                    <a:pt x="1" y="2472"/>
                  </a:lnTo>
                  <a:lnTo>
                    <a:pt x="271" y="2742"/>
                  </a:lnTo>
                  <a:lnTo>
                    <a:pt x="310" y="2549"/>
                  </a:lnTo>
                  <a:lnTo>
                    <a:pt x="426" y="2279"/>
                  </a:lnTo>
                  <a:lnTo>
                    <a:pt x="619" y="1931"/>
                  </a:lnTo>
                  <a:lnTo>
                    <a:pt x="928" y="1584"/>
                  </a:lnTo>
                  <a:lnTo>
                    <a:pt x="1314" y="1198"/>
                  </a:lnTo>
                  <a:lnTo>
                    <a:pt x="1546" y="1005"/>
                  </a:lnTo>
                  <a:lnTo>
                    <a:pt x="1816" y="850"/>
                  </a:lnTo>
                  <a:lnTo>
                    <a:pt x="2163" y="696"/>
                  </a:lnTo>
                  <a:lnTo>
                    <a:pt x="2511" y="541"/>
                  </a:lnTo>
                  <a:lnTo>
                    <a:pt x="2897" y="387"/>
                  </a:lnTo>
                  <a:lnTo>
                    <a:pt x="3360" y="310"/>
                  </a:lnTo>
                  <a:lnTo>
                    <a:pt x="305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9"/>
            <p:cNvSpPr/>
            <p:nvPr/>
          </p:nvSpPr>
          <p:spPr>
            <a:xfrm>
              <a:off x="6380910" y="1782323"/>
              <a:ext cx="236232" cy="120532"/>
            </a:xfrm>
            <a:custGeom>
              <a:avLst/>
              <a:gdLst/>
              <a:ahLst/>
              <a:cxnLst/>
              <a:rect l="l" t="t" r="r" b="b"/>
              <a:pathLst>
                <a:path w="3863" h="1971" extrusionOk="0">
                  <a:moveTo>
                    <a:pt x="3592" y="1"/>
                  </a:moveTo>
                  <a:lnTo>
                    <a:pt x="2897" y="78"/>
                  </a:lnTo>
                  <a:lnTo>
                    <a:pt x="2279" y="233"/>
                  </a:lnTo>
                  <a:lnTo>
                    <a:pt x="1738" y="426"/>
                  </a:lnTo>
                  <a:lnTo>
                    <a:pt x="1236" y="696"/>
                  </a:lnTo>
                  <a:lnTo>
                    <a:pt x="850" y="928"/>
                  </a:lnTo>
                  <a:lnTo>
                    <a:pt x="503" y="1198"/>
                  </a:lnTo>
                  <a:lnTo>
                    <a:pt x="232" y="1468"/>
                  </a:lnTo>
                  <a:lnTo>
                    <a:pt x="1" y="1739"/>
                  </a:lnTo>
                  <a:lnTo>
                    <a:pt x="232" y="1970"/>
                  </a:lnTo>
                  <a:lnTo>
                    <a:pt x="541" y="1623"/>
                  </a:lnTo>
                  <a:lnTo>
                    <a:pt x="773" y="1430"/>
                  </a:lnTo>
                  <a:lnTo>
                    <a:pt x="1005" y="1237"/>
                  </a:lnTo>
                  <a:lnTo>
                    <a:pt x="1352" y="1005"/>
                  </a:lnTo>
                  <a:lnTo>
                    <a:pt x="1700" y="812"/>
                  </a:lnTo>
                  <a:lnTo>
                    <a:pt x="2086" y="657"/>
                  </a:lnTo>
                  <a:lnTo>
                    <a:pt x="2433" y="541"/>
                  </a:lnTo>
                  <a:lnTo>
                    <a:pt x="2820" y="426"/>
                  </a:lnTo>
                  <a:lnTo>
                    <a:pt x="3167" y="387"/>
                  </a:lnTo>
                  <a:lnTo>
                    <a:pt x="3862" y="310"/>
                  </a:lnTo>
                  <a:lnTo>
                    <a:pt x="35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6392712" y="1983085"/>
              <a:ext cx="163033" cy="134658"/>
            </a:xfrm>
            <a:custGeom>
              <a:avLst/>
              <a:gdLst/>
              <a:ahLst/>
              <a:cxnLst/>
              <a:rect l="l" t="t" r="r" b="b"/>
              <a:pathLst>
                <a:path w="2666" h="2202" extrusionOk="0">
                  <a:moveTo>
                    <a:pt x="348" y="0"/>
                  </a:moveTo>
                  <a:lnTo>
                    <a:pt x="1" y="193"/>
                  </a:lnTo>
                  <a:lnTo>
                    <a:pt x="541" y="464"/>
                  </a:lnTo>
                  <a:lnTo>
                    <a:pt x="889" y="657"/>
                  </a:lnTo>
                  <a:lnTo>
                    <a:pt x="1236" y="850"/>
                  </a:lnTo>
                  <a:lnTo>
                    <a:pt x="1545" y="1120"/>
                  </a:lnTo>
                  <a:lnTo>
                    <a:pt x="1854" y="1429"/>
                  </a:lnTo>
                  <a:lnTo>
                    <a:pt x="2125" y="1776"/>
                  </a:lnTo>
                  <a:lnTo>
                    <a:pt x="2356" y="2201"/>
                  </a:lnTo>
                  <a:lnTo>
                    <a:pt x="2665" y="2085"/>
                  </a:lnTo>
                  <a:lnTo>
                    <a:pt x="2395" y="1622"/>
                  </a:lnTo>
                  <a:lnTo>
                    <a:pt x="2086" y="1197"/>
                  </a:lnTo>
                  <a:lnTo>
                    <a:pt x="1661" y="772"/>
                  </a:lnTo>
                  <a:lnTo>
                    <a:pt x="1159" y="425"/>
                  </a:lnTo>
                  <a:lnTo>
                    <a:pt x="734" y="193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9"/>
            <p:cNvSpPr/>
            <p:nvPr/>
          </p:nvSpPr>
          <p:spPr>
            <a:xfrm>
              <a:off x="5611125" y="1827209"/>
              <a:ext cx="129949" cy="80354"/>
            </a:xfrm>
            <a:custGeom>
              <a:avLst/>
              <a:gdLst/>
              <a:ahLst/>
              <a:cxnLst/>
              <a:rect l="l" t="t" r="r" b="b"/>
              <a:pathLst>
                <a:path w="2125" h="1314" extrusionOk="0">
                  <a:moveTo>
                    <a:pt x="1970" y="1"/>
                  </a:moveTo>
                  <a:lnTo>
                    <a:pt x="1699" y="309"/>
                  </a:lnTo>
                  <a:lnTo>
                    <a:pt x="1506" y="464"/>
                  </a:lnTo>
                  <a:lnTo>
                    <a:pt x="1274" y="618"/>
                  </a:lnTo>
                  <a:lnTo>
                    <a:pt x="1004" y="773"/>
                  </a:lnTo>
                  <a:lnTo>
                    <a:pt x="695" y="889"/>
                  </a:lnTo>
                  <a:lnTo>
                    <a:pt x="386" y="966"/>
                  </a:lnTo>
                  <a:lnTo>
                    <a:pt x="0" y="1005"/>
                  </a:lnTo>
                  <a:lnTo>
                    <a:pt x="116" y="1313"/>
                  </a:lnTo>
                  <a:lnTo>
                    <a:pt x="464" y="1275"/>
                  </a:lnTo>
                  <a:lnTo>
                    <a:pt x="772" y="1198"/>
                  </a:lnTo>
                  <a:lnTo>
                    <a:pt x="1081" y="1082"/>
                  </a:lnTo>
                  <a:lnTo>
                    <a:pt x="1352" y="927"/>
                  </a:lnTo>
                  <a:lnTo>
                    <a:pt x="1583" y="773"/>
                  </a:lnTo>
                  <a:lnTo>
                    <a:pt x="1815" y="618"/>
                  </a:lnTo>
                  <a:lnTo>
                    <a:pt x="2124" y="309"/>
                  </a:lnTo>
                  <a:lnTo>
                    <a:pt x="197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9"/>
            <p:cNvSpPr/>
            <p:nvPr/>
          </p:nvSpPr>
          <p:spPr>
            <a:xfrm>
              <a:off x="5667752" y="1990118"/>
              <a:ext cx="151230" cy="108729"/>
            </a:xfrm>
            <a:custGeom>
              <a:avLst/>
              <a:gdLst/>
              <a:ahLst/>
              <a:cxnLst/>
              <a:rect l="l" t="t" r="r" b="b"/>
              <a:pathLst>
                <a:path w="2473" h="1778" extrusionOk="0">
                  <a:moveTo>
                    <a:pt x="2318" y="1"/>
                  </a:moveTo>
                  <a:lnTo>
                    <a:pt x="2163" y="155"/>
                  </a:lnTo>
                  <a:lnTo>
                    <a:pt x="1739" y="503"/>
                  </a:lnTo>
                  <a:lnTo>
                    <a:pt x="1430" y="735"/>
                  </a:lnTo>
                  <a:lnTo>
                    <a:pt x="1044" y="966"/>
                  </a:lnTo>
                  <a:lnTo>
                    <a:pt x="580" y="1237"/>
                  </a:lnTo>
                  <a:lnTo>
                    <a:pt x="1" y="1468"/>
                  </a:lnTo>
                  <a:lnTo>
                    <a:pt x="117" y="1777"/>
                  </a:lnTo>
                  <a:lnTo>
                    <a:pt x="696" y="1507"/>
                  </a:lnTo>
                  <a:lnTo>
                    <a:pt x="1198" y="1275"/>
                  </a:lnTo>
                  <a:lnTo>
                    <a:pt x="1584" y="1044"/>
                  </a:lnTo>
                  <a:lnTo>
                    <a:pt x="1893" y="812"/>
                  </a:lnTo>
                  <a:lnTo>
                    <a:pt x="2318" y="464"/>
                  </a:lnTo>
                  <a:lnTo>
                    <a:pt x="2472" y="310"/>
                  </a:lnTo>
                  <a:lnTo>
                    <a:pt x="2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9"/>
            <p:cNvSpPr/>
            <p:nvPr/>
          </p:nvSpPr>
          <p:spPr>
            <a:xfrm>
              <a:off x="5748045" y="1862616"/>
              <a:ext cx="73261" cy="153554"/>
            </a:xfrm>
            <a:custGeom>
              <a:avLst/>
              <a:gdLst/>
              <a:ahLst/>
              <a:cxnLst/>
              <a:rect l="l" t="t" r="r" b="b"/>
              <a:pathLst>
                <a:path w="1198" h="2511" extrusionOk="0">
                  <a:moveTo>
                    <a:pt x="1" y="1"/>
                  </a:moveTo>
                  <a:lnTo>
                    <a:pt x="1159" y="2511"/>
                  </a:lnTo>
                  <a:lnTo>
                    <a:pt x="1198" y="2511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9"/>
            <p:cNvSpPr/>
            <p:nvPr/>
          </p:nvSpPr>
          <p:spPr>
            <a:xfrm>
              <a:off x="5544958" y="1423422"/>
              <a:ext cx="170126" cy="61458"/>
            </a:xfrm>
            <a:custGeom>
              <a:avLst/>
              <a:gdLst/>
              <a:ahLst/>
              <a:cxnLst/>
              <a:rect l="l" t="t" r="r" b="b"/>
              <a:pathLst>
                <a:path w="2782" h="1005" extrusionOk="0">
                  <a:moveTo>
                    <a:pt x="1" y="0"/>
                  </a:moveTo>
                  <a:lnTo>
                    <a:pt x="194" y="773"/>
                  </a:lnTo>
                  <a:lnTo>
                    <a:pt x="2781" y="1004"/>
                  </a:lnTo>
                  <a:lnTo>
                    <a:pt x="2627" y="1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5504842" y="1373828"/>
              <a:ext cx="288151" cy="316464"/>
            </a:xfrm>
            <a:custGeom>
              <a:avLst/>
              <a:gdLst/>
              <a:ahLst/>
              <a:cxnLst/>
              <a:rect l="l" t="t" r="r" b="b"/>
              <a:pathLst>
                <a:path w="4712" h="5175" extrusionOk="0">
                  <a:moveTo>
                    <a:pt x="1" y="1"/>
                  </a:moveTo>
                  <a:lnTo>
                    <a:pt x="1" y="116"/>
                  </a:lnTo>
                  <a:lnTo>
                    <a:pt x="3669" y="271"/>
                  </a:lnTo>
                  <a:lnTo>
                    <a:pt x="4596" y="5175"/>
                  </a:lnTo>
                  <a:lnTo>
                    <a:pt x="4712" y="5136"/>
                  </a:lnTo>
                  <a:lnTo>
                    <a:pt x="3785" y="15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9"/>
            <p:cNvSpPr/>
            <p:nvPr/>
          </p:nvSpPr>
          <p:spPr>
            <a:xfrm>
              <a:off x="5469435" y="1210919"/>
              <a:ext cx="16572" cy="172389"/>
            </a:xfrm>
            <a:custGeom>
              <a:avLst/>
              <a:gdLst/>
              <a:ahLst/>
              <a:cxnLst/>
              <a:rect l="l" t="t" r="r" b="b"/>
              <a:pathLst>
                <a:path w="271" h="2819" extrusionOk="0">
                  <a:moveTo>
                    <a:pt x="155" y="0"/>
                  </a:moveTo>
                  <a:lnTo>
                    <a:pt x="0" y="2819"/>
                  </a:lnTo>
                  <a:lnTo>
                    <a:pt x="116" y="2819"/>
                  </a:lnTo>
                  <a:lnTo>
                    <a:pt x="271" y="3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FA1464-5424-834F-470B-A4BFA5D9BAC6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5"/>
          <p:cNvSpPr/>
          <p:nvPr/>
        </p:nvSpPr>
        <p:spPr>
          <a:xfrm rot="4991221">
            <a:off x="5916215" y="1179640"/>
            <a:ext cx="2070366" cy="2742727"/>
          </a:xfrm>
          <a:custGeom>
            <a:avLst/>
            <a:gdLst/>
            <a:ahLst/>
            <a:cxnLst/>
            <a:rect l="l" t="t" r="r" b="b"/>
            <a:pathLst>
              <a:path w="11825" h="15665" extrusionOk="0">
                <a:moveTo>
                  <a:pt x="3302" y="1"/>
                </a:moveTo>
                <a:lnTo>
                  <a:pt x="2918" y="77"/>
                </a:lnTo>
                <a:lnTo>
                  <a:pt x="2534" y="154"/>
                </a:lnTo>
                <a:lnTo>
                  <a:pt x="2150" y="231"/>
                </a:lnTo>
                <a:lnTo>
                  <a:pt x="1766" y="385"/>
                </a:lnTo>
                <a:lnTo>
                  <a:pt x="1459" y="576"/>
                </a:lnTo>
                <a:lnTo>
                  <a:pt x="1152" y="768"/>
                </a:lnTo>
                <a:lnTo>
                  <a:pt x="883" y="999"/>
                </a:lnTo>
                <a:lnTo>
                  <a:pt x="691" y="1268"/>
                </a:lnTo>
                <a:lnTo>
                  <a:pt x="538" y="1613"/>
                </a:lnTo>
                <a:lnTo>
                  <a:pt x="423" y="1959"/>
                </a:lnTo>
                <a:lnTo>
                  <a:pt x="423" y="2342"/>
                </a:lnTo>
                <a:lnTo>
                  <a:pt x="461" y="2765"/>
                </a:lnTo>
                <a:lnTo>
                  <a:pt x="576" y="3417"/>
                </a:lnTo>
                <a:lnTo>
                  <a:pt x="653" y="4070"/>
                </a:lnTo>
                <a:lnTo>
                  <a:pt x="691" y="4723"/>
                </a:lnTo>
                <a:lnTo>
                  <a:pt x="730" y="5375"/>
                </a:lnTo>
                <a:lnTo>
                  <a:pt x="691" y="6028"/>
                </a:lnTo>
                <a:lnTo>
                  <a:pt x="653" y="6681"/>
                </a:lnTo>
                <a:lnTo>
                  <a:pt x="576" y="7333"/>
                </a:lnTo>
                <a:lnTo>
                  <a:pt x="499" y="7948"/>
                </a:lnTo>
                <a:lnTo>
                  <a:pt x="307" y="8869"/>
                </a:lnTo>
                <a:lnTo>
                  <a:pt x="115" y="9790"/>
                </a:lnTo>
                <a:lnTo>
                  <a:pt x="39" y="10213"/>
                </a:lnTo>
                <a:lnTo>
                  <a:pt x="0" y="10673"/>
                </a:lnTo>
                <a:lnTo>
                  <a:pt x="0" y="11134"/>
                </a:lnTo>
                <a:lnTo>
                  <a:pt x="39" y="11595"/>
                </a:lnTo>
                <a:lnTo>
                  <a:pt x="154" y="12056"/>
                </a:lnTo>
                <a:lnTo>
                  <a:pt x="307" y="12478"/>
                </a:lnTo>
                <a:lnTo>
                  <a:pt x="499" y="12862"/>
                </a:lnTo>
                <a:lnTo>
                  <a:pt x="730" y="13284"/>
                </a:lnTo>
                <a:lnTo>
                  <a:pt x="1037" y="13630"/>
                </a:lnTo>
                <a:lnTo>
                  <a:pt x="1344" y="13975"/>
                </a:lnTo>
                <a:lnTo>
                  <a:pt x="1690" y="14282"/>
                </a:lnTo>
                <a:lnTo>
                  <a:pt x="2073" y="14551"/>
                </a:lnTo>
                <a:lnTo>
                  <a:pt x="2457" y="14820"/>
                </a:lnTo>
                <a:lnTo>
                  <a:pt x="2841" y="15012"/>
                </a:lnTo>
                <a:lnTo>
                  <a:pt x="3264" y="15204"/>
                </a:lnTo>
                <a:lnTo>
                  <a:pt x="3724" y="15319"/>
                </a:lnTo>
                <a:lnTo>
                  <a:pt x="4147" y="15472"/>
                </a:lnTo>
                <a:lnTo>
                  <a:pt x="4607" y="15549"/>
                </a:lnTo>
                <a:lnTo>
                  <a:pt x="5068" y="15626"/>
                </a:lnTo>
                <a:lnTo>
                  <a:pt x="5529" y="15664"/>
                </a:lnTo>
                <a:lnTo>
                  <a:pt x="6450" y="15664"/>
                </a:lnTo>
                <a:lnTo>
                  <a:pt x="6911" y="15626"/>
                </a:lnTo>
                <a:lnTo>
                  <a:pt x="7371" y="15549"/>
                </a:lnTo>
                <a:lnTo>
                  <a:pt x="7832" y="15472"/>
                </a:lnTo>
                <a:lnTo>
                  <a:pt x="8255" y="15319"/>
                </a:lnTo>
                <a:lnTo>
                  <a:pt x="8677" y="15127"/>
                </a:lnTo>
                <a:lnTo>
                  <a:pt x="9061" y="14897"/>
                </a:lnTo>
                <a:lnTo>
                  <a:pt x="9329" y="14666"/>
                </a:lnTo>
                <a:lnTo>
                  <a:pt x="9560" y="14436"/>
                </a:lnTo>
                <a:lnTo>
                  <a:pt x="9790" y="14206"/>
                </a:lnTo>
                <a:lnTo>
                  <a:pt x="10021" y="13937"/>
                </a:lnTo>
                <a:lnTo>
                  <a:pt x="10366" y="13399"/>
                </a:lnTo>
                <a:lnTo>
                  <a:pt x="10712" y="12785"/>
                </a:lnTo>
                <a:lnTo>
                  <a:pt x="10942" y="12363"/>
                </a:lnTo>
                <a:lnTo>
                  <a:pt x="11134" y="11902"/>
                </a:lnTo>
                <a:lnTo>
                  <a:pt x="11287" y="11441"/>
                </a:lnTo>
                <a:lnTo>
                  <a:pt x="11441" y="10942"/>
                </a:lnTo>
                <a:lnTo>
                  <a:pt x="11595" y="10482"/>
                </a:lnTo>
                <a:lnTo>
                  <a:pt x="11671" y="9982"/>
                </a:lnTo>
                <a:lnTo>
                  <a:pt x="11748" y="9483"/>
                </a:lnTo>
                <a:lnTo>
                  <a:pt x="11825" y="9023"/>
                </a:lnTo>
                <a:lnTo>
                  <a:pt x="11825" y="8524"/>
                </a:lnTo>
                <a:lnTo>
                  <a:pt x="11825" y="8024"/>
                </a:lnTo>
                <a:lnTo>
                  <a:pt x="11787" y="7525"/>
                </a:lnTo>
                <a:lnTo>
                  <a:pt x="11748" y="7065"/>
                </a:lnTo>
                <a:lnTo>
                  <a:pt x="11633" y="6566"/>
                </a:lnTo>
                <a:lnTo>
                  <a:pt x="11518" y="6105"/>
                </a:lnTo>
                <a:lnTo>
                  <a:pt x="11364" y="5644"/>
                </a:lnTo>
                <a:lnTo>
                  <a:pt x="11172" y="5222"/>
                </a:lnTo>
                <a:lnTo>
                  <a:pt x="10942" y="4800"/>
                </a:lnTo>
                <a:lnTo>
                  <a:pt x="10673" y="4377"/>
                </a:lnTo>
                <a:lnTo>
                  <a:pt x="10404" y="3993"/>
                </a:lnTo>
                <a:lnTo>
                  <a:pt x="10136" y="3609"/>
                </a:lnTo>
                <a:lnTo>
                  <a:pt x="9483" y="2918"/>
                </a:lnTo>
                <a:lnTo>
                  <a:pt x="8792" y="2266"/>
                </a:lnTo>
                <a:lnTo>
                  <a:pt x="8370" y="1882"/>
                </a:lnTo>
                <a:lnTo>
                  <a:pt x="7909" y="1536"/>
                </a:lnTo>
                <a:lnTo>
                  <a:pt x="7448" y="1229"/>
                </a:lnTo>
                <a:lnTo>
                  <a:pt x="6949" y="922"/>
                </a:lnTo>
                <a:lnTo>
                  <a:pt x="6450" y="653"/>
                </a:lnTo>
                <a:lnTo>
                  <a:pt x="5913" y="423"/>
                </a:lnTo>
                <a:lnTo>
                  <a:pt x="5375" y="231"/>
                </a:lnTo>
                <a:lnTo>
                  <a:pt x="4838" y="77"/>
                </a:lnTo>
                <a:lnTo>
                  <a:pt x="4492" y="39"/>
                </a:lnTo>
                <a:lnTo>
                  <a:pt x="4108" y="1"/>
                </a:lnTo>
                <a:close/>
              </a:path>
            </a:pathLst>
          </a:custGeom>
          <a:solidFill>
            <a:srgbClr val="FFFFFF">
              <a:alpha val="23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45"/>
          <p:cNvGrpSpPr/>
          <p:nvPr/>
        </p:nvGrpSpPr>
        <p:grpSpPr>
          <a:xfrm>
            <a:off x="7878336" y="3138206"/>
            <a:ext cx="505100" cy="543136"/>
            <a:chOff x="1949696" y="3589997"/>
            <a:chExt cx="278537" cy="299513"/>
          </a:xfrm>
        </p:grpSpPr>
        <p:sp>
          <p:nvSpPr>
            <p:cNvPr id="1115" name="Google Shape;1115;p45"/>
            <p:cNvSpPr/>
            <p:nvPr/>
          </p:nvSpPr>
          <p:spPr>
            <a:xfrm>
              <a:off x="1949696" y="3589997"/>
              <a:ext cx="278537" cy="299513"/>
            </a:xfrm>
            <a:custGeom>
              <a:avLst/>
              <a:gdLst/>
              <a:ahLst/>
              <a:cxnLst/>
              <a:rect l="l" t="t" r="r" b="b"/>
              <a:pathLst>
                <a:path w="9176" h="9867" extrusionOk="0">
                  <a:moveTo>
                    <a:pt x="6987" y="0"/>
                  </a:moveTo>
                  <a:lnTo>
                    <a:pt x="4377" y="39"/>
                  </a:lnTo>
                  <a:lnTo>
                    <a:pt x="4338" y="499"/>
                  </a:lnTo>
                  <a:lnTo>
                    <a:pt x="4262" y="1536"/>
                  </a:lnTo>
                  <a:lnTo>
                    <a:pt x="4223" y="2112"/>
                  </a:lnTo>
                  <a:lnTo>
                    <a:pt x="4146" y="2611"/>
                  </a:lnTo>
                  <a:lnTo>
                    <a:pt x="3993" y="3033"/>
                  </a:lnTo>
                  <a:lnTo>
                    <a:pt x="3954" y="3187"/>
                  </a:lnTo>
                  <a:lnTo>
                    <a:pt x="3878" y="3264"/>
                  </a:lnTo>
                  <a:lnTo>
                    <a:pt x="3801" y="3264"/>
                  </a:lnTo>
                  <a:lnTo>
                    <a:pt x="3724" y="3225"/>
                  </a:lnTo>
                  <a:lnTo>
                    <a:pt x="3686" y="3072"/>
                  </a:lnTo>
                  <a:lnTo>
                    <a:pt x="3647" y="2880"/>
                  </a:lnTo>
                  <a:lnTo>
                    <a:pt x="3571" y="2381"/>
                  </a:lnTo>
                  <a:lnTo>
                    <a:pt x="3571" y="1766"/>
                  </a:lnTo>
                  <a:lnTo>
                    <a:pt x="3571" y="576"/>
                  </a:lnTo>
                  <a:lnTo>
                    <a:pt x="3609" y="39"/>
                  </a:lnTo>
                  <a:lnTo>
                    <a:pt x="2304" y="922"/>
                  </a:lnTo>
                  <a:lnTo>
                    <a:pt x="2419" y="1306"/>
                  </a:lnTo>
                  <a:lnTo>
                    <a:pt x="2572" y="2227"/>
                  </a:lnTo>
                  <a:lnTo>
                    <a:pt x="2649" y="2726"/>
                  </a:lnTo>
                  <a:lnTo>
                    <a:pt x="2688" y="3187"/>
                  </a:lnTo>
                  <a:lnTo>
                    <a:pt x="2649" y="3532"/>
                  </a:lnTo>
                  <a:lnTo>
                    <a:pt x="2649" y="3647"/>
                  </a:lnTo>
                  <a:lnTo>
                    <a:pt x="2572" y="3724"/>
                  </a:lnTo>
                  <a:lnTo>
                    <a:pt x="2534" y="3724"/>
                  </a:lnTo>
                  <a:lnTo>
                    <a:pt x="2457" y="3686"/>
                  </a:lnTo>
                  <a:lnTo>
                    <a:pt x="2342" y="3456"/>
                  </a:lnTo>
                  <a:lnTo>
                    <a:pt x="2188" y="3110"/>
                  </a:lnTo>
                  <a:lnTo>
                    <a:pt x="2035" y="2688"/>
                  </a:lnTo>
                  <a:lnTo>
                    <a:pt x="1843" y="1881"/>
                  </a:lnTo>
                  <a:lnTo>
                    <a:pt x="1766" y="1498"/>
                  </a:lnTo>
                  <a:lnTo>
                    <a:pt x="1613" y="1651"/>
                  </a:lnTo>
                  <a:lnTo>
                    <a:pt x="1536" y="1843"/>
                  </a:lnTo>
                  <a:lnTo>
                    <a:pt x="1421" y="2150"/>
                  </a:lnTo>
                  <a:lnTo>
                    <a:pt x="1344" y="2534"/>
                  </a:lnTo>
                  <a:lnTo>
                    <a:pt x="1305" y="3033"/>
                  </a:lnTo>
                  <a:lnTo>
                    <a:pt x="1344" y="3609"/>
                  </a:lnTo>
                  <a:lnTo>
                    <a:pt x="1421" y="3916"/>
                  </a:lnTo>
                  <a:lnTo>
                    <a:pt x="1497" y="4300"/>
                  </a:lnTo>
                  <a:lnTo>
                    <a:pt x="1421" y="4339"/>
                  </a:lnTo>
                  <a:lnTo>
                    <a:pt x="1344" y="4339"/>
                  </a:lnTo>
                  <a:lnTo>
                    <a:pt x="1190" y="4300"/>
                  </a:lnTo>
                  <a:lnTo>
                    <a:pt x="960" y="4147"/>
                  </a:lnTo>
                  <a:lnTo>
                    <a:pt x="768" y="3955"/>
                  </a:lnTo>
                  <a:lnTo>
                    <a:pt x="576" y="3686"/>
                  </a:lnTo>
                  <a:lnTo>
                    <a:pt x="422" y="3379"/>
                  </a:lnTo>
                  <a:lnTo>
                    <a:pt x="307" y="3072"/>
                  </a:lnTo>
                  <a:lnTo>
                    <a:pt x="269" y="2688"/>
                  </a:lnTo>
                  <a:lnTo>
                    <a:pt x="154" y="3302"/>
                  </a:lnTo>
                  <a:lnTo>
                    <a:pt x="77" y="3916"/>
                  </a:lnTo>
                  <a:lnTo>
                    <a:pt x="0" y="4454"/>
                  </a:lnTo>
                  <a:lnTo>
                    <a:pt x="0" y="4953"/>
                  </a:lnTo>
                  <a:lnTo>
                    <a:pt x="0" y="5452"/>
                  </a:lnTo>
                  <a:lnTo>
                    <a:pt x="77" y="5874"/>
                  </a:lnTo>
                  <a:lnTo>
                    <a:pt x="154" y="6297"/>
                  </a:lnTo>
                  <a:lnTo>
                    <a:pt x="230" y="6680"/>
                  </a:lnTo>
                  <a:lnTo>
                    <a:pt x="384" y="7026"/>
                  </a:lnTo>
                  <a:lnTo>
                    <a:pt x="538" y="7333"/>
                  </a:lnTo>
                  <a:lnTo>
                    <a:pt x="691" y="7602"/>
                  </a:lnTo>
                  <a:lnTo>
                    <a:pt x="883" y="7871"/>
                  </a:lnTo>
                  <a:lnTo>
                    <a:pt x="1113" y="8101"/>
                  </a:lnTo>
                  <a:lnTo>
                    <a:pt x="1305" y="8255"/>
                  </a:lnTo>
                  <a:lnTo>
                    <a:pt x="1536" y="8408"/>
                  </a:lnTo>
                  <a:lnTo>
                    <a:pt x="1766" y="8562"/>
                  </a:lnTo>
                  <a:lnTo>
                    <a:pt x="1881" y="8677"/>
                  </a:lnTo>
                  <a:lnTo>
                    <a:pt x="2227" y="8984"/>
                  </a:lnTo>
                  <a:lnTo>
                    <a:pt x="2457" y="9138"/>
                  </a:lnTo>
                  <a:lnTo>
                    <a:pt x="2764" y="9329"/>
                  </a:lnTo>
                  <a:lnTo>
                    <a:pt x="3071" y="9521"/>
                  </a:lnTo>
                  <a:lnTo>
                    <a:pt x="3417" y="9675"/>
                  </a:lnTo>
                  <a:lnTo>
                    <a:pt x="3839" y="9790"/>
                  </a:lnTo>
                  <a:lnTo>
                    <a:pt x="4223" y="9867"/>
                  </a:lnTo>
                  <a:lnTo>
                    <a:pt x="4684" y="9867"/>
                  </a:lnTo>
                  <a:lnTo>
                    <a:pt x="5145" y="9829"/>
                  </a:lnTo>
                  <a:lnTo>
                    <a:pt x="5644" y="9675"/>
                  </a:lnTo>
                  <a:lnTo>
                    <a:pt x="5874" y="9560"/>
                  </a:lnTo>
                  <a:lnTo>
                    <a:pt x="6104" y="9406"/>
                  </a:lnTo>
                  <a:lnTo>
                    <a:pt x="6373" y="9214"/>
                  </a:lnTo>
                  <a:lnTo>
                    <a:pt x="6642" y="9022"/>
                  </a:lnTo>
                  <a:lnTo>
                    <a:pt x="6872" y="8792"/>
                  </a:lnTo>
                  <a:lnTo>
                    <a:pt x="7141" y="8523"/>
                  </a:lnTo>
                  <a:lnTo>
                    <a:pt x="6412" y="8523"/>
                  </a:lnTo>
                  <a:lnTo>
                    <a:pt x="5836" y="8446"/>
                  </a:lnTo>
                  <a:lnTo>
                    <a:pt x="5375" y="8293"/>
                  </a:lnTo>
                  <a:lnTo>
                    <a:pt x="4991" y="8139"/>
                  </a:lnTo>
                  <a:lnTo>
                    <a:pt x="4761" y="7947"/>
                  </a:lnTo>
                  <a:lnTo>
                    <a:pt x="4569" y="7794"/>
                  </a:lnTo>
                  <a:lnTo>
                    <a:pt x="4454" y="7640"/>
                  </a:lnTo>
                  <a:lnTo>
                    <a:pt x="4569" y="7717"/>
                  </a:lnTo>
                  <a:lnTo>
                    <a:pt x="4953" y="7832"/>
                  </a:lnTo>
                  <a:lnTo>
                    <a:pt x="5452" y="7947"/>
                  </a:lnTo>
                  <a:lnTo>
                    <a:pt x="5759" y="7986"/>
                  </a:lnTo>
                  <a:lnTo>
                    <a:pt x="6104" y="8024"/>
                  </a:lnTo>
                  <a:lnTo>
                    <a:pt x="6450" y="8024"/>
                  </a:lnTo>
                  <a:lnTo>
                    <a:pt x="6795" y="7947"/>
                  </a:lnTo>
                  <a:lnTo>
                    <a:pt x="7141" y="7871"/>
                  </a:lnTo>
                  <a:lnTo>
                    <a:pt x="7486" y="7717"/>
                  </a:lnTo>
                  <a:lnTo>
                    <a:pt x="7832" y="7487"/>
                  </a:lnTo>
                  <a:lnTo>
                    <a:pt x="8178" y="7180"/>
                  </a:lnTo>
                  <a:lnTo>
                    <a:pt x="8446" y="6834"/>
                  </a:lnTo>
                  <a:lnTo>
                    <a:pt x="8715" y="6373"/>
                  </a:lnTo>
                  <a:lnTo>
                    <a:pt x="7371" y="6373"/>
                  </a:lnTo>
                  <a:lnTo>
                    <a:pt x="6872" y="6297"/>
                  </a:lnTo>
                  <a:lnTo>
                    <a:pt x="6488" y="6181"/>
                  </a:lnTo>
                  <a:lnTo>
                    <a:pt x="6181" y="6066"/>
                  </a:lnTo>
                  <a:lnTo>
                    <a:pt x="5989" y="5951"/>
                  </a:lnTo>
                  <a:lnTo>
                    <a:pt x="5836" y="5874"/>
                  </a:lnTo>
                  <a:lnTo>
                    <a:pt x="6181" y="5759"/>
                  </a:lnTo>
                  <a:lnTo>
                    <a:pt x="6987" y="5529"/>
                  </a:lnTo>
                  <a:lnTo>
                    <a:pt x="7448" y="5414"/>
                  </a:lnTo>
                  <a:lnTo>
                    <a:pt x="7909" y="5337"/>
                  </a:lnTo>
                  <a:lnTo>
                    <a:pt x="8370" y="5298"/>
                  </a:lnTo>
                  <a:lnTo>
                    <a:pt x="8715" y="5337"/>
                  </a:lnTo>
                  <a:lnTo>
                    <a:pt x="8869" y="5337"/>
                  </a:lnTo>
                  <a:lnTo>
                    <a:pt x="8984" y="5298"/>
                  </a:lnTo>
                  <a:lnTo>
                    <a:pt x="9061" y="5260"/>
                  </a:lnTo>
                  <a:lnTo>
                    <a:pt x="9137" y="5145"/>
                  </a:lnTo>
                  <a:lnTo>
                    <a:pt x="9176" y="4991"/>
                  </a:lnTo>
                  <a:lnTo>
                    <a:pt x="9176" y="4876"/>
                  </a:lnTo>
                  <a:lnTo>
                    <a:pt x="9176" y="4531"/>
                  </a:lnTo>
                  <a:lnTo>
                    <a:pt x="9137" y="4185"/>
                  </a:lnTo>
                  <a:lnTo>
                    <a:pt x="9099" y="3878"/>
                  </a:lnTo>
                  <a:lnTo>
                    <a:pt x="9022" y="3571"/>
                  </a:lnTo>
                  <a:lnTo>
                    <a:pt x="8561" y="3763"/>
                  </a:lnTo>
                  <a:lnTo>
                    <a:pt x="7410" y="4223"/>
                  </a:lnTo>
                  <a:lnTo>
                    <a:pt x="6795" y="4454"/>
                  </a:lnTo>
                  <a:lnTo>
                    <a:pt x="6220" y="4607"/>
                  </a:lnTo>
                  <a:lnTo>
                    <a:pt x="5759" y="4684"/>
                  </a:lnTo>
                  <a:lnTo>
                    <a:pt x="5605" y="4684"/>
                  </a:lnTo>
                  <a:lnTo>
                    <a:pt x="5490" y="4646"/>
                  </a:lnTo>
                  <a:lnTo>
                    <a:pt x="5452" y="4607"/>
                  </a:lnTo>
                  <a:lnTo>
                    <a:pt x="5452" y="4569"/>
                  </a:lnTo>
                  <a:lnTo>
                    <a:pt x="5490" y="4492"/>
                  </a:lnTo>
                  <a:lnTo>
                    <a:pt x="5605" y="4339"/>
                  </a:lnTo>
                  <a:lnTo>
                    <a:pt x="5836" y="4185"/>
                  </a:lnTo>
                  <a:lnTo>
                    <a:pt x="6373" y="3878"/>
                  </a:lnTo>
                  <a:lnTo>
                    <a:pt x="7026" y="3494"/>
                  </a:lnTo>
                  <a:lnTo>
                    <a:pt x="8293" y="2880"/>
                  </a:lnTo>
                  <a:lnTo>
                    <a:pt x="8907" y="2611"/>
                  </a:lnTo>
                  <a:lnTo>
                    <a:pt x="8561" y="1651"/>
                  </a:lnTo>
                  <a:lnTo>
                    <a:pt x="8178" y="1920"/>
                  </a:lnTo>
                  <a:lnTo>
                    <a:pt x="7371" y="2457"/>
                  </a:lnTo>
                  <a:lnTo>
                    <a:pt x="6987" y="2688"/>
                  </a:lnTo>
                  <a:lnTo>
                    <a:pt x="6680" y="2803"/>
                  </a:lnTo>
                  <a:lnTo>
                    <a:pt x="6603" y="2803"/>
                  </a:lnTo>
                  <a:lnTo>
                    <a:pt x="6565" y="2764"/>
                  </a:lnTo>
                  <a:lnTo>
                    <a:pt x="6603" y="2649"/>
                  </a:lnTo>
                  <a:lnTo>
                    <a:pt x="6680" y="2496"/>
                  </a:lnTo>
                  <a:lnTo>
                    <a:pt x="6911" y="2150"/>
                  </a:lnTo>
                  <a:lnTo>
                    <a:pt x="7141" y="1881"/>
                  </a:lnTo>
                  <a:lnTo>
                    <a:pt x="7371" y="1651"/>
                  </a:lnTo>
                  <a:lnTo>
                    <a:pt x="7563" y="1498"/>
                  </a:lnTo>
                  <a:lnTo>
                    <a:pt x="7870" y="1306"/>
                  </a:lnTo>
                  <a:lnTo>
                    <a:pt x="7986" y="1267"/>
                  </a:lnTo>
                  <a:lnTo>
                    <a:pt x="69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5"/>
            <p:cNvSpPr/>
            <p:nvPr/>
          </p:nvSpPr>
          <p:spPr>
            <a:xfrm>
              <a:off x="2031257" y="3638927"/>
              <a:ext cx="107244" cy="143367"/>
            </a:xfrm>
            <a:custGeom>
              <a:avLst/>
              <a:gdLst/>
              <a:ahLst/>
              <a:cxnLst/>
              <a:rect l="l" t="t" r="r" b="b"/>
              <a:pathLst>
                <a:path w="3533" h="4723" extrusionOk="0">
                  <a:moveTo>
                    <a:pt x="3533" y="1"/>
                  </a:moveTo>
                  <a:lnTo>
                    <a:pt x="3149" y="385"/>
                  </a:lnTo>
                  <a:lnTo>
                    <a:pt x="2726" y="807"/>
                  </a:lnTo>
                  <a:lnTo>
                    <a:pt x="2227" y="1383"/>
                  </a:lnTo>
                  <a:lnTo>
                    <a:pt x="1690" y="2035"/>
                  </a:lnTo>
                  <a:lnTo>
                    <a:pt x="1075" y="2803"/>
                  </a:lnTo>
                  <a:lnTo>
                    <a:pt x="538" y="3648"/>
                  </a:lnTo>
                  <a:lnTo>
                    <a:pt x="1" y="4531"/>
                  </a:lnTo>
                  <a:lnTo>
                    <a:pt x="346" y="4723"/>
                  </a:lnTo>
                  <a:lnTo>
                    <a:pt x="1498" y="2919"/>
                  </a:lnTo>
                  <a:lnTo>
                    <a:pt x="2534" y="1421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5"/>
            <p:cNvSpPr/>
            <p:nvPr/>
          </p:nvSpPr>
          <p:spPr>
            <a:xfrm>
              <a:off x="2070869" y="3749628"/>
              <a:ext cx="67631" cy="12871"/>
            </a:xfrm>
            <a:custGeom>
              <a:avLst/>
              <a:gdLst/>
              <a:ahLst/>
              <a:cxnLst/>
              <a:rect l="l" t="t" r="r" b="b"/>
              <a:pathLst>
                <a:path w="2228" h="424" extrusionOk="0">
                  <a:moveTo>
                    <a:pt x="2228" y="1"/>
                  </a:moveTo>
                  <a:lnTo>
                    <a:pt x="1" y="231"/>
                  </a:lnTo>
                  <a:lnTo>
                    <a:pt x="78" y="308"/>
                  </a:lnTo>
                  <a:lnTo>
                    <a:pt x="154" y="385"/>
                  </a:lnTo>
                  <a:lnTo>
                    <a:pt x="308" y="423"/>
                  </a:lnTo>
                  <a:lnTo>
                    <a:pt x="462" y="423"/>
                  </a:lnTo>
                  <a:lnTo>
                    <a:pt x="730" y="385"/>
                  </a:lnTo>
                  <a:lnTo>
                    <a:pt x="1037" y="346"/>
                  </a:lnTo>
                  <a:lnTo>
                    <a:pt x="1613" y="193"/>
                  </a:lnTo>
                  <a:lnTo>
                    <a:pt x="22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2061550" y="3793915"/>
              <a:ext cx="59465" cy="9349"/>
            </a:xfrm>
            <a:custGeom>
              <a:avLst/>
              <a:gdLst/>
              <a:ahLst/>
              <a:cxnLst/>
              <a:rect l="l" t="t" r="r" b="b"/>
              <a:pathLst>
                <a:path w="1959" h="308" extrusionOk="0">
                  <a:moveTo>
                    <a:pt x="1" y="1"/>
                  </a:moveTo>
                  <a:lnTo>
                    <a:pt x="500" y="308"/>
                  </a:lnTo>
                  <a:lnTo>
                    <a:pt x="884" y="308"/>
                  </a:lnTo>
                  <a:lnTo>
                    <a:pt x="1613" y="270"/>
                  </a:lnTo>
                  <a:lnTo>
                    <a:pt x="1959" y="2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5"/>
            <p:cNvSpPr/>
            <p:nvPr/>
          </p:nvSpPr>
          <p:spPr>
            <a:xfrm>
              <a:off x="2005608" y="3694870"/>
              <a:ext cx="28018" cy="58312"/>
            </a:xfrm>
            <a:custGeom>
              <a:avLst/>
              <a:gdLst/>
              <a:ahLst/>
              <a:cxnLst/>
              <a:rect l="l" t="t" r="r" b="b"/>
              <a:pathLst>
                <a:path w="923" h="1921" extrusionOk="0">
                  <a:moveTo>
                    <a:pt x="1" y="1"/>
                  </a:moveTo>
                  <a:lnTo>
                    <a:pt x="39" y="500"/>
                  </a:lnTo>
                  <a:lnTo>
                    <a:pt x="116" y="922"/>
                  </a:lnTo>
                  <a:lnTo>
                    <a:pt x="231" y="1229"/>
                  </a:lnTo>
                  <a:lnTo>
                    <a:pt x="346" y="1498"/>
                  </a:lnTo>
                  <a:lnTo>
                    <a:pt x="462" y="1690"/>
                  </a:lnTo>
                  <a:lnTo>
                    <a:pt x="615" y="1805"/>
                  </a:lnTo>
                  <a:lnTo>
                    <a:pt x="769" y="1882"/>
                  </a:lnTo>
                  <a:lnTo>
                    <a:pt x="922" y="1920"/>
                  </a:lnTo>
                  <a:lnTo>
                    <a:pt x="922" y="1920"/>
                  </a:lnTo>
                  <a:lnTo>
                    <a:pt x="769" y="1767"/>
                  </a:lnTo>
                  <a:lnTo>
                    <a:pt x="462" y="1306"/>
                  </a:lnTo>
                  <a:lnTo>
                    <a:pt x="308" y="1037"/>
                  </a:lnTo>
                  <a:lnTo>
                    <a:pt x="154" y="692"/>
                  </a:lnTo>
                  <a:lnTo>
                    <a:pt x="78" y="34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5"/>
            <p:cNvSpPr/>
            <p:nvPr/>
          </p:nvSpPr>
          <p:spPr>
            <a:xfrm>
              <a:off x="2039422" y="3659902"/>
              <a:ext cx="12840" cy="57128"/>
            </a:xfrm>
            <a:custGeom>
              <a:avLst/>
              <a:gdLst/>
              <a:ahLst/>
              <a:cxnLst/>
              <a:rect l="l" t="t" r="r" b="b"/>
              <a:pathLst>
                <a:path w="423" h="1882" extrusionOk="0">
                  <a:moveTo>
                    <a:pt x="77" y="1"/>
                  </a:moveTo>
                  <a:lnTo>
                    <a:pt x="0" y="346"/>
                  </a:lnTo>
                  <a:lnTo>
                    <a:pt x="0" y="692"/>
                  </a:lnTo>
                  <a:lnTo>
                    <a:pt x="39" y="1037"/>
                  </a:lnTo>
                  <a:lnTo>
                    <a:pt x="115" y="1306"/>
                  </a:lnTo>
                  <a:lnTo>
                    <a:pt x="269" y="1728"/>
                  </a:lnTo>
                  <a:lnTo>
                    <a:pt x="346" y="1882"/>
                  </a:lnTo>
                  <a:lnTo>
                    <a:pt x="384" y="1844"/>
                  </a:lnTo>
                  <a:lnTo>
                    <a:pt x="423" y="1767"/>
                  </a:lnTo>
                  <a:lnTo>
                    <a:pt x="423" y="1652"/>
                  </a:lnTo>
                  <a:lnTo>
                    <a:pt x="423" y="1460"/>
                  </a:lnTo>
                  <a:lnTo>
                    <a:pt x="7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5"/>
            <p:cNvSpPr/>
            <p:nvPr/>
          </p:nvSpPr>
          <p:spPr>
            <a:xfrm>
              <a:off x="2091844" y="3624965"/>
              <a:ext cx="9380" cy="38460"/>
            </a:xfrm>
            <a:custGeom>
              <a:avLst/>
              <a:gdLst/>
              <a:ahLst/>
              <a:cxnLst/>
              <a:rect l="l" t="t" r="r" b="b"/>
              <a:pathLst>
                <a:path w="309" h="1267" extrusionOk="0">
                  <a:moveTo>
                    <a:pt x="154" y="0"/>
                  </a:moveTo>
                  <a:lnTo>
                    <a:pt x="1" y="1267"/>
                  </a:lnTo>
                  <a:lnTo>
                    <a:pt x="1" y="1267"/>
                  </a:lnTo>
                  <a:lnTo>
                    <a:pt x="116" y="1190"/>
                  </a:lnTo>
                  <a:lnTo>
                    <a:pt x="193" y="1113"/>
                  </a:lnTo>
                  <a:lnTo>
                    <a:pt x="270" y="921"/>
                  </a:lnTo>
                  <a:lnTo>
                    <a:pt x="308" y="729"/>
                  </a:lnTo>
                  <a:lnTo>
                    <a:pt x="308" y="538"/>
                  </a:lnTo>
                  <a:lnTo>
                    <a:pt x="231" y="154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2" name="Google Shape;1122;p45"/>
          <p:cNvSpPr/>
          <p:nvPr/>
        </p:nvSpPr>
        <p:spPr>
          <a:xfrm flipH="1">
            <a:off x="7203678" y="3436586"/>
            <a:ext cx="1535497" cy="481067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45"/>
          <p:cNvSpPr/>
          <p:nvPr/>
        </p:nvSpPr>
        <p:spPr>
          <a:xfrm>
            <a:off x="5187068" y="2895140"/>
            <a:ext cx="580888" cy="658875"/>
          </a:xfrm>
          <a:custGeom>
            <a:avLst/>
            <a:gdLst/>
            <a:ahLst/>
            <a:cxnLst/>
            <a:rect l="l" t="t" r="r" b="b"/>
            <a:pathLst>
              <a:path w="11441" h="12977" extrusionOk="0">
                <a:moveTo>
                  <a:pt x="192" y="0"/>
                </a:moveTo>
                <a:lnTo>
                  <a:pt x="115" y="77"/>
                </a:lnTo>
                <a:lnTo>
                  <a:pt x="39" y="115"/>
                </a:lnTo>
                <a:lnTo>
                  <a:pt x="0" y="192"/>
                </a:lnTo>
                <a:lnTo>
                  <a:pt x="0" y="269"/>
                </a:lnTo>
                <a:lnTo>
                  <a:pt x="0" y="384"/>
                </a:lnTo>
                <a:lnTo>
                  <a:pt x="39" y="461"/>
                </a:lnTo>
                <a:lnTo>
                  <a:pt x="230" y="691"/>
                </a:lnTo>
                <a:lnTo>
                  <a:pt x="422" y="883"/>
                </a:lnTo>
                <a:lnTo>
                  <a:pt x="806" y="1190"/>
                </a:lnTo>
                <a:lnTo>
                  <a:pt x="1190" y="1421"/>
                </a:lnTo>
                <a:lnTo>
                  <a:pt x="1536" y="1574"/>
                </a:lnTo>
                <a:lnTo>
                  <a:pt x="1843" y="1651"/>
                </a:lnTo>
                <a:lnTo>
                  <a:pt x="2073" y="1690"/>
                </a:lnTo>
                <a:lnTo>
                  <a:pt x="2150" y="1690"/>
                </a:lnTo>
                <a:lnTo>
                  <a:pt x="3609" y="2880"/>
                </a:lnTo>
                <a:lnTo>
                  <a:pt x="4031" y="3225"/>
                </a:lnTo>
                <a:lnTo>
                  <a:pt x="3954" y="3187"/>
                </a:lnTo>
                <a:lnTo>
                  <a:pt x="3724" y="3110"/>
                </a:lnTo>
                <a:lnTo>
                  <a:pt x="3417" y="2995"/>
                </a:lnTo>
                <a:lnTo>
                  <a:pt x="3071" y="2956"/>
                </a:lnTo>
                <a:lnTo>
                  <a:pt x="2611" y="2956"/>
                </a:lnTo>
                <a:lnTo>
                  <a:pt x="2150" y="3033"/>
                </a:lnTo>
                <a:lnTo>
                  <a:pt x="1881" y="3110"/>
                </a:lnTo>
                <a:lnTo>
                  <a:pt x="1613" y="3225"/>
                </a:lnTo>
                <a:lnTo>
                  <a:pt x="1536" y="3264"/>
                </a:lnTo>
                <a:lnTo>
                  <a:pt x="1459" y="3340"/>
                </a:lnTo>
                <a:lnTo>
                  <a:pt x="1421" y="3417"/>
                </a:lnTo>
                <a:lnTo>
                  <a:pt x="1421" y="3494"/>
                </a:lnTo>
                <a:lnTo>
                  <a:pt x="1459" y="3609"/>
                </a:lnTo>
                <a:lnTo>
                  <a:pt x="1497" y="3686"/>
                </a:lnTo>
                <a:lnTo>
                  <a:pt x="1574" y="3724"/>
                </a:lnTo>
                <a:lnTo>
                  <a:pt x="1651" y="3763"/>
                </a:lnTo>
                <a:lnTo>
                  <a:pt x="1920" y="3839"/>
                </a:lnTo>
                <a:lnTo>
                  <a:pt x="2227" y="3878"/>
                </a:lnTo>
                <a:lnTo>
                  <a:pt x="2688" y="3878"/>
                </a:lnTo>
                <a:lnTo>
                  <a:pt x="3110" y="3801"/>
                </a:lnTo>
                <a:lnTo>
                  <a:pt x="3494" y="3686"/>
                </a:lnTo>
                <a:lnTo>
                  <a:pt x="3763" y="3532"/>
                </a:lnTo>
                <a:lnTo>
                  <a:pt x="3993" y="3417"/>
                </a:lnTo>
                <a:lnTo>
                  <a:pt x="4108" y="3302"/>
                </a:lnTo>
                <a:lnTo>
                  <a:pt x="4991" y="4031"/>
                </a:lnTo>
                <a:lnTo>
                  <a:pt x="6181" y="5106"/>
                </a:lnTo>
                <a:lnTo>
                  <a:pt x="6220" y="5183"/>
                </a:lnTo>
                <a:lnTo>
                  <a:pt x="6028" y="5068"/>
                </a:lnTo>
                <a:lnTo>
                  <a:pt x="5720" y="4953"/>
                </a:lnTo>
                <a:lnTo>
                  <a:pt x="5375" y="4876"/>
                </a:lnTo>
                <a:lnTo>
                  <a:pt x="4953" y="4838"/>
                </a:lnTo>
                <a:lnTo>
                  <a:pt x="4454" y="4876"/>
                </a:lnTo>
                <a:lnTo>
                  <a:pt x="4185" y="4914"/>
                </a:lnTo>
                <a:lnTo>
                  <a:pt x="3878" y="4991"/>
                </a:lnTo>
                <a:lnTo>
                  <a:pt x="3801" y="5030"/>
                </a:lnTo>
                <a:lnTo>
                  <a:pt x="3763" y="5106"/>
                </a:lnTo>
                <a:lnTo>
                  <a:pt x="3724" y="5183"/>
                </a:lnTo>
                <a:lnTo>
                  <a:pt x="3686" y="5260"/>
                </a:lnTo>
                <a:lnTo>
                  <a:pt x="3686" y="5337"/>
                </a:lnTo>
                <a:lnTo>
                  <a:pt x="3724" y="5413"/>
                </a:lnTo>
                <a:lnTo>
                  <a:pt x="3801" y="5490"/>
                </a:lnTo>
                <a:lnTo>
                  <a:pt x="3878" y="5529"/>
                </a:lnTo>
                <a:lnTo>
                  <a:pt x="4146" y="5644"/>
                </a:lnTo>
                <a:lnTo>
                  <a:pt x="4415" y="5682"/>
                </a:lnTo>
                <a:lnTo>
                  <a:pt x="4914" y="5759"/>
                </a:lnTo>
                <a:lnTo>
                  <a:pt x="5337" y="5721"/>
                </a:lnTo>
                <a:lnTo>
                  <a:pt x="5720" y="5644"/>
                </a:lnTo>
                <a:lnTo>
                  <a:pt x="6028" y="5529"/>
                </a:lnTo>
                <a:lnTo>
                  <a:pt x="6220" y="5413"/>
                </a:lnTo>
                <a:lnTo>
                  <a:pt x="6373" y="5298"/>
                </a:lnTo>
                <a:lnTo>
                  <a:pt x="7179" y="6143"/>
                </a:lnTo>
                <a:lnTo>
                  <a:pt x="7909" y="6949"/>
                </a:lnTo>
                <a:lnTo>
                  <a:pt x="7640" y="6796"/>
                </a:lnTo>
                <a:lnTo>
                  <a:pt x="7256" y="6680"/>
                </a:lnTo>
                <a:lnTo>
                  <a:pt x="6834" y="6604"/>
                </a:lnTo>
                <a:lnTo>
                  <a:pt x="6335" y="6604"/>
                </a:lnTo>
                <a:lnTo>
                  <a:pt x="6066" y="6642"/>
                </a:lnTo>
                <a:lnTo>
                  <a:pt x="5797" y="6680"/>
                </a:lnTo>
                <a:lnTo>
                  <a:pt x="5682" y="6719"/>
                </a:lnTo>
                <a:lnTo>
                  <a:pt x="5644" y="6796"/>
                </a:lnTo>
                <a:lnTo>
                  <a:pt x="5605" y="6872"/>
                </a:lnTo>
                <a:lnTo>
                  <a:pt x="5567" y="6949"/>
                </a:lnTo>
                <a:lnTo>
                  <a:pt x="5567" y="7026"/>
                </a:lnTo>
                <a:lnTo>
                  <a:pt x="5605" y="7103"/>
                </a:lnTo>
                <a:lnTo>
                  <a:pt x="5644" y="7180"/>
                </a:lnTo>
                <a:lnTo>
                  <a:pt x="5720" y="7218"/>
                </a:lnTo>
                <a:lnTo>
                  <a:pt x="6028" y="7333"/>
                </a:lnTo>
                <a:lnTo>
                  <a:pt x="6258" y="7410"/>
                </a:lnTo>
                <a:lnTo>
                  <a:pt x="6757" y="7487"/>
                </a:lnTo>
                <a:lnTo>
                  <a:pt x="7179" y="7525"/>
                </a:lnTo>
                <a:lnTo>
                  <a:pt x="7563" y="7448"/>
                </a:lnTo>
                <a:lnTo>
                  <a:pt x="7870" y="7371"/>
                </a:lnTo>
                <a:lnTo>
                  <a:pt x="8101" y="7295"/>
                </a:lnTo>
                <a:lnTo>
                  <a:pt x="8178" y="7256"/>
                </a:lnTo>
                <a:lnTo>
                  <a:pt x="8830" y="7947"/>
                </a:lnTo>
                <a:lnTo>
                  <a:pt x="9444" y="8754"/>
                </a:lnTo>
                <a:lnTo>
                  <a:pt x="9944" y="9483"/>
                </a:lnTo>
                <a:lnTo>
                  <a:pt x="10366" y="10136"/>
                </a:lnTo>
                <a:lnTo>
                  <a:pt x="10673" y="10750"/>
                </a:lnTo>
                <a:lnTo>
                  <a:pt x="10903" y="11249"/>
                </a:lnTo>
                <a:lnTo>
                  <a:pt x="11057" y="11710"/>
                </a:lnTo>
                <a:lnTo>
                  <a:pt x="11172" y="12094"/>
                </a:lnTo>
                <a:lnTo>
                  <a:pt x="11249" y="12401"/>
                </a:lnTo>
                <a:lnTo>
                  <a:pt x="11287" y="12785"/>
                </a:lnTo>
                <a:lnTo>
                  <a:pt x="11287" y="12900"/>
                </a:lnTo>
                <a:lnTo>
                  <a:pt x="11287" y="12938"/>
                </a:lnTo>
                <a:lnTo>
                  <a:pt x="11441" y="12977"/>
                </a:lnTo>
                <a:lnTo>
                  <a:pt x="11441" y="12785"/>
                </a:lnTo>
                <a:lnTo>
                  <a:pt x="11402" y="12362"/>
                </a:lnTo>
                <a:lnTo>
                  <a:pt x="11364" y="12055"/>
                </a:lnTo>
                <a:lnTo>
                  <a:pt x="11249" y="11633"/>
                </a:lnTo>
                <a:lnTo>
                  <a:pt x="11057" y="11172"/>
                </a:lnTo>
                <a:lnTo>
                  <a:pt x="10827" y="10673"/>
                </a:lnTo>
                <a:lnTo>
                  <a:pt x="10519" y="10059"/>
                </a:lnTo>
                <a:lnTo>
                  <a:pt x="10097" y="9406"/>
                </a:lnTo>
                <a:lnTo>
                  <a:pt x="9598" y="8677"/>
                </a:lnTo>
                <a:lnTo>
                  <a:pt x="8945" y="7871"/>
                </a:lnTo>
                <a:lnTo>
                  <a:pt x="8331" y="7141"/>
                </a:lnTo>
                <a:lnTo>
                  <a:pt x="8408" y="7026"/>
                </a:lnTo>
                <a:lnTo>
                  <a:pt x="8523" y="6796"/>
                </a:lnTo>
                <a:lnTo>
                  <a:pt x="8638" y="6488"/>
                </a:lnTo>
                <a:lnTo>
                  <a:pt x="8753" y="6143"/>
                </a:lnTo>
                <a:lnTo>
                  <a:pt x="8792" y="5721"/>
                </a:lnTo>
                <a:lnTo>
                  <a:pt x="8753" y="5222"/>
                </a:lnTo>
                <a:lnTo>
                  <a:pt x="8715" y="4953"/>
                </a:lnTo>
                <a:lnTo>
                  <a:pt x="8638" y="4684"/>
                </a:lnTo>
                <a:lnTo>
                  <a:pt x="8600" y="4569"/>
                </a:lnTo>
                <a:lnTo>
                  <a:pt x="8523" y="4530"/>
                </a:lnTo>
                <a:lnTo>
                  <a:pt x="8446" y="4492"/>
                </a:lnTo>
                <a:lnTo>
                  <a:pt x="8370" y="4454"/>
                </a:lnTo>
                <a:lnTo>
                  <a:pt x="8293" y="4454"/>
                </a:lnTo>
                <a:lnTo>
                  <a:pt x="8216" y="4492"/>
                </a:lnTo>
                <a:lnTo>
                  <a:pt x="8139" y="4569"/>
                </a:lnTo>
                <a:lnTo>
                  <a:pt x="8101" y="4646"/>
                </a:lnTo>
                <a:lnTo>
                  <a:pt x="7986" y="4914"/>
                </a:lnTo>
                <a:lnTo>
                  <a:pt x="7947" y="5183"/>
                </a:lnTo>
                <a:lnTo>
                  <a:pt x="7870" y="5682"/>
                </a:lnTo>
                <a:lnTo>
                  <a:pt x="7909" y="6105"/>
                </a:lnTo>
                <a:lnTo>
                  <a:pt x="7986" y="6488"/>
                </a:lnTo>
                <a:lnTo>
                  <a:pt x="8062" y="6796"/>
                </a:lnTo>
                <a:lnTo>
                  <a:pt x="8101" y="6872"/>
                </a:lnTo>
                <a:lnTo>
                  <a:pt x="7333" y="6028"/>
                </a:lnTo>
                <a:lnTo>
                  <a:pt x="6488" y="5183"/>
                </a:lnTo>
                <a:lnTo>
                  <a:pt x="6527" y="5145"/>
                </a:lnTo>
                <a:lnTo>
                  <a:pt x="6642" y="4914"/>
                </a:lnTo>
                <a:lnTo>
                  <a:pt x="6719" y="4607"/>
                </a:lnTo>
                <a:lnTo>
                  <a:pt x="6795" y="4223"/>
                </a:lnTo>
                <a:lnTo>
                  <a:pt x="6795" y="3801"/>
                </a:lnTo>
                <a:lnTo>
                  <a:pt x="6757" y="3302"/>
                </a:lnTo>
                <a:lnTo>
                  <a:pt x="6680" y="3033"/>
                </a:lnTo>
                <a:lnTo>
                  <a:pt x="6604" y="2764"/>
                </a:lnTo>
                <a:lnTo>
                  <a:pt x="6527" y="2688"/>
                </a:lnTo>
                <a:lnTo>
                  <a:pt x="6450" y="2611"/>
                </a:lnTo>
                <a:lnTo>
                  <a:pt x="6373" y="2611"/>
                </a:lnTo>
                <a:lnTo>
                  <a:pt x="6296" y="2573"/>
                </a:lnTo>
                <a:lnTo>
                  <a:pt x="6220" y="2611"/>
                </a:lnTo>
                <a:lnTo>
                  <a:pt x="6143" y="2649"/>
                </a:lnTo>
                <a:lnTo>
                  <a:pt x="6066" y="2726"/>
                </a:lnTo>
                <a:lnTo>
                  <a:pt x="6028" y="2803"/>
                </a:lnTo>
                <a:lnTo>
                  <a:pt x="5951" y="3072"/>
                </a:lnTo>
                <a:lnTo>
                  <a:pt x="5912" y="3340"/>
                </a:lnTo>
                <a:lnTo>
                  <a:pt x="5912" y="3839"/>
                </a:lnTo>
                <a:lnTo>
                  <a:pt x="5951" y="4262"/>
                </a:lnTo>
                <a:lnTo>
                  <a:pt x="6066" y="4646"/>
                </a:lnTo>
                <a:lnTo>
                  <a:pt x="6143" y="4876"/>
                </a:lnTo>
                <a:lnTo>
                  <a:pt x="6143" y="4876"/>
                </a:lnTo>
                <a:lnTo>
                  <a:pt x="5106" y="3916"/>
                </a:lnTo>
                <a:lnTo>
                  <a:pt x="4185" y="3148"/>
                </a:lnTo>
                <a:lnTo>
                  <a:pt x="4262" y="3072"/>
                </a:lnTo>
                <a:lnTo>
                  <a:pt x="4300" y="2841"/>
                </a:lnTo>
                <a:lnTo>
                  <a:pt x="4377" y="2534"/>
                </a:lnTo>
                <a:lnTo>
                  <a:pt x="4415" y="2189"/>
                </a:lnTo>
                <a:lnTo>
                  <a:pt x="4377" y="1728"/>
                </a:lnTo>
                <a:lnTo>
                  <a:pt x="4262" y="1267"/>
                </a:lnTo>
                <a:lnTo>
                  <a:pt x="4185" y="998"/>
                </a:lnTo>
                <a:lnTo>
                  <a:pt x="4070" y="730"/>
                </a:lnTo>
                <a:lnTo>
                  <a:pt x="3993" y="653"/>
                </a:lnTo>
                <a:lnTo>
                  <a:pt x="3916" y="615"/>
                </a:lnTo>
                <a:lnTo>
                  <a:pt x="3839" y="576"/>
                </a:lnTo>
                <a:lnTo>
                  <a:pt x="3763" y="576"/>
                </a:lnTo>
                <a:lnTo>
                  <a:pt x="3686" y="615"/>
                </a:lnTo>
                <a:lnTo>
                  <a:pt x="3609" y="653"/>
                </a:lnTo>
                <a:lnTo>
                  <a:pt x="3532" y="730"/>
                </a:lnTo>
                <a:lnTo>
                  <a:pt x="3532" y="806"/>
                </a:lnTo>
                <a:lnTo>
                  <a:pt x="3455" y="1114"/>
                </a:lnTo>
                <a:lnTo>
                  <a:pt x="3455" y="1382"/>
                </a:lnTo>
                <a:lnTo>
                  <a:pt x="3494" y="1881"/>
                </a:lnTo>
                <a:lnTo>
                  <a:pt x="3571" y="2304"/>
                </a:lnTo>
                <a:lnTo>
                  <a:pt x="3724" y="2649"/>
                </a:lnTo>
                <a:lnTo>
                  <a:pt x="3801" y="2803"/>
                </a:lnTo>
                <a:lnTo>
                  <a:pt x="3724" y="2726"/>
                </a:lnTo>
                <a:lnTo>
                  <a:pt x="2227" y="1536"/>
                </a:lnTo>
                <a:lnTo>
                  <a:pt x="2227" y="1498"/>
                </a:lnTo>
                <a:lnTo>
                  <a:pt x="2073" y="1267"/>
                </a:lnTo>
                <a:lnTo>
                  <a:pt x="1920" y="998"/>
                </a:lnTo>
                <a:lnTo>
                  <a:pt x="1651" y="730"/>
                </a:lnTo>
                <a:lnTo>
                  <a:pt x="1305" y="461"/>
                </a:lnTo>
                <a:lnTo>
                  <a:pt x="883" y="192"/>
                </a:lnTo>
                <a:lnTo>
                  <a:pt x="653" y="115"/>
                </a:lnTo>
                <a:lnTo>
                  <a:pt x="38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4" name="Google Shape;1124;p45"/>
          <p:cNvGrpSpPr/>
          <p:nvPr/>
        </p:nvGrpSpPr>
        <p:grpSpPr>
          <a:xfrm rot="-2275142">
            <a:off x="5156644" y="3252356"/>
            <a:ext cx="462318" cy="619889"/>
            <a:chOff x="714412" y="4044487"/>
            <a:chExt cx="201644" cy="270370"/>
          </a:xfrm>
        </p:grpSpPr>
        <p:sp>
          <p:nvSpPr>
            <p:cNvPr id="1125" name="Google Shape;1125;p45"/>
            <p:cNvSpPr/>
            <p:nvPr/>
          </p:nvSpPr>
          <p:spPr>
            <a:xfrm>
              <a:off x="834461" y="4112055"/>
              <a:ext cx="81594" cy="202802"/>
            </a:xfrm>
            <a:custGeom>
              <a:avLst/>
              <a:gdLst/>
              <a:ahLst/>
              <a:cxnLst/>
              <a:rect l="l" t="t" r="r" b="b"/>
              <a:pathLst>
                <a:path w="2688" h="6681" extrusionOk="0">
                  <a:moveTo>
                    <a:pt x="1305" y="1"/>
                  </a:moveTo>
                  <a:lnTo>
                    <a:pt x="1152" y="231"/>
                  </a:lnTo>
                  <a:lnTo>
                    <a:pt x="1382" y="423"/>
                  </a:lnTo>
                  <a:lnTo>
                    <a:pt x="1574" y="653"/>
                  </a:lnTo>
                  <a:lnTo>
                    <a:pt x="1805" y="922"/>
                  </a:lnTo>
                  <a:lnTo>
                    <a:pt x="2035" y="1268"/>
                  </a:lnTo>
                  <a:lnTo>
                    <a:pt x="2227" y="1652"/>
                  </a:lnTo>
                  <a:lnTo>
                    <a:pt x="2342" y="2112"/>
                  </a:lnTo>
                  <a:lnTo>
                    <a:pt x="2380" y="2381"/>
                  </a:lnTo>
                  <a:lnTo>
                    <a:pt x="2380" y="2650"/>
                  </a:lnTo>
                  <a:lnTo>
                    <a:pt x="2380" y="3034"/>
                  </a:lnTo>
                  <a:lnTo>
                    <a:pt x="2265" y="3418"/>
                  </a:lnTo>
                  <a:lnTo>
                    <a:pt x="2112" y="3878"/>
                  </a:lnTo>
                  <a:lnTo>
                    <a:pt x="1881" y="4339"/>
                  </a:lnTo>
                  <a:lnTo>
                    <a:pt x="1574" y="4838"/>
                  </a:lnTo>
                  <a:lnTo>
                    <a:pt x="1152" y="5337"/>
                  </a:lnTo>
                  <a:lnTo>
                    <a:pt x="614" y="5875"/>
                  </a:lnTo>
                  <a:lnTo>
                    <a:pt x="0" y="6412"/>
                  </a:lnTo>
                  <a:lnTo>
                    <a:pt x="192" y="6681"/>
                  </a:lnTo>
                  <a:lnTo>
                    <a:pt x="845" y="6105"/>
                  </a:lnTo>
                  <a:lnTo>
                    <a:pt x="1382" y="5529"/>
                  </a:lnTo>
                  <a:lnTo>
                    <a:pt x="1805" y="4992"/>
                  </a:lnTo>
                  <a:lnTo>
                    <a:pt x="2150" y="4493"/>
                  </a:lnTo>
                  <a:lnTo>
                    <a:pt x="2419" y="3994"/>
                  </a:lnTo>
                  <a:lnTo>
                    <a:pt x="2572" y="3533"/>
                  </a:lnTo>
                  <a:lnTo>
                    <a:pt x="2688" y="3072"/>
                  </a:lnTo>
                  <a:lnTo>
                    <a:pt x="2688" y="2650"/>
                  </a:lnTo>
                  <a:lnTo>
                    <a:pt x="2688" y="2343"/>
                  </a:lnTo>
                  <a:lnTo>
                    <a:pt x="2649" y="2036"/>
                  </a:lnTo>
                  <a:lnTo>
                    <a:pt x="2572" y="1767"/>
                  </a:lnTo>
                  <a:lnTo>
                    <a:pt x="2496" y="1536"/>
                  </a:lnTo>
                  <a:lnTo>
                    <a:pt x="2265" y="1076"/>
                  </a:lnTo>
                  <a:lnTo>
                    <a:pt x="1997" y="692"/>
                  </a:lnTo>
                  <a:lnTo>
                    <a:pt x="1766" y="385"/>
                  </a:lnTo>
                  <a:lnTo>
                    <a:pt x="1536" y="193"/>
                  </a:lnTo>
                  <a:lnTo>
                    <a:pt x="13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714412" y="4044487"/>
              <a:ext cx="188838" cy="178305"/>
            </a:xfrm>
            <a:custGeom>
              <a:avLst/>
              <a:gdLst/>
              <a:ahLst/>
              <a:cxnLst/>
              <a:rect l="l" t="t" r="r" b="b"/>
              <a:pathLst>
                <a:path w="6221" h="5874" extrusionOk="0">
                  <a:moveTo>
                    <a:pt x="1728" y="2534"/>
                  </a:moveTo>
                  <a:lnTo>
                    <a:pt x="1920" y="2572"/>
                  </a:lnTo>
                  <a:lnTo>
                    <a:pt x="2036" y="2611"/>
                  </a:lnTo>
                  <a:lnTo>
                    <a:pt x="2151" y="2649"/>
                  </a:lnTo>
                  <a:lnTo>
                    <a:pt x="2228" y="2687"/>
                  </a:lnTo>
                  <a:lnTo>
                    <a:pt x="2266" y="2764"/>
                  </a:lnTo>
                  <a:lnTo>
                    <a:pt x="2304" y="2803"/>
                  </a:lnTo>
                  <a:lnTo>
                    <a:pt x="2266" y="2841"/>
                  </a:lnTo>
                  <a:lnTo>
                    <a:pt x="2228" y="2879"/>
                  </a:lnTo>
                  <a:lnTo>
                    <a:pt x="2036" y="2918"/>
                  </a:lnTo>
                  <a:lnTo>
                    <a:pt x="1882" y="2956"/>
                  </a:lnTo>
                  <a:lnTo>
                    <a:pt x="1690" y="2956"/>
                  </a:lnTo>
                  <a:lnTo>
                    <a:pt x="1536" y="2841"/>
                  </a:lnTo>
                  <a:lnTo>
                    <a:pt x="1498" y="2764"/>
                  </a:lnTo>
                  <a:lnTo>
                    <a:pt x="1460" y="2726"/>
                  </a:lnTo>
                  <a:lnTo>
                    <a:pt x="1460" y="2649"/>
                  </a:lnTo>
                  <a:lnTo>
                    <a:pt x="1498" y="2572"/>
                  </a:lnTo>
                  <a:lnTo>
                    <a:pt x="1575" y="2534"/>
                  </a:lnTo>
                  <a:close/>
                  <a:moveTo>
                    <a:pt x="5376" y="2764"/>
                  </a:moveTo>
                  <a:lnTo>
                    <a:pt x="5452" y="2803"/>
                  </a:lnTo>
                  <a:lnTo>
                    <a:pt x="5568" y="2879"/>
                  </a:lnTo>
                  <a:lnTo>
                    <a:pt x="5606" y="2995"/>
                  </a:lnTo>
                  <a:lnTo>
                    <a:pt x="5683" y="3148"/>
                  </a:lnTo>
                  <a:lnTo>
                    <a:pt x="5683" y="3263"/>
                  </a:lnTo>
                  <a:lnTo>
                    <a:pt x="5644" y="3340"/>
                  </a:lnTo>
                  <a:lnTo>
                    <a:pt x="5606" y="3340"/>
                  </a:lnTo>
                  <a:lnTo>
                    <a:pt x="5568" y="3302"/>
                  </a:lnTo>
                  <a:lnTo>
                    <a:pt x="5452" y="3187"/>
                  </a:lnTo>
                  <a:lnTo>
                    <a:pt x="5414" y="3033"/>
                  </a:lnTo>
                  <a:lnTo>
                    <a:pt x="5376" y="2841"/>
                  </a:lnTo>
                  <a:lnTo>
                    <a:pt x="5376" y="2803"/>
                  </a:lnTo>
                  <a:lnTo>
                    <a:pt x="5376" y="2764"/>
                  </a:lnTo>
                  <a:close/>
                  <a:moveTo>
                    <a:pt x="3034" y="0"/>
                  </a:moveTo>
                  <a:lnTo>
                    <a:pt x="2765" y="38"/>
                  </a:lnTo>
                  <a:lnTo>
                    <a:pt x="2496" y="115"/>
                  </a:lnTo>
                  <a:lnTo>
                    <a:pt x="2228" y="269"/>
                  </a:lnTo>
                  <a:lnTo>
                    <a:pt x="1997" y="461"/>
                  </a:lnTo>
                  <a:lnTo>
                    <a:pt x="1767" y="691"/>
                  </a:lnTo>
                  <a:lnTo>
                    <a:pt x="1767" y="691"/>
                  </a:lnTo>
                  <a:lnTo>
                    <a:pt x="1920" y="653"/>
                  </a:lnTo>
                  <a:lnTo>
                    <a:pt x="2074" y="614"/>
                  </a:lnTo>
                  <a:lnTo>
                    <a:pt x="2266" y="614"/>
                  </a:lnTo>
                  <a:lnTo>
                    <a:pt x="2419" y="653"/>
                  </a:lnTo>
                  <a:lnTo>
                    <a:pt x="2727" y="729"/>
                  </a:lnTo>
                  <a:lnTo>
                    <a:pt x="2995" y="883"/>
                  </a:lnTo>
                  <a:lnTo>
                    <a:pt x="3264" y="1075"/>
                  </a:lnTo>
                  <a:lnTo>
                    <a:pt x="3456" y="1267"/>
                  </a:lnTo>
                  <a:lnTo>
                    <a:pt x="3686" y="1497"/>
                  </a:lnTo>
                  <a:lnTo>
                    <a:pt x="3725" y="1536"/>
                  </a:lnTo>
                  <a:lnTo>
                    <a:pt x="3648" y="1574"/>
                  </a:lnTo>
                  <a:lnTo>
                    <a:pt x="3418" y="1536"/>
                  </a:lnTo>
                  <a:lnTo>
                    <a:pt x="2688" y="1382"/>
                  </a:lnTo>
                  <a:lnTo>
                    <a:pt x="2036" y="1152"/>
                  </a:lnTo>
                  <a:lnTo>
                    <a:pt x="1536" y="960"/>
                  </a:lnTo>
                  <a:lnTo>
                    <a:pt x="1153" y="1459"/>
                  </a:lnTo>
                  <a:lnTo>
                    <a:pt x="807" y="1920"/>
                  </a:lnTo>
                  <a:lnTo>
                    <a:pt x="961" y="1881"/>
                  </a:lnTo>
                  <a:lnTo>
                    <a:pt x="1153" y="1766"/>
                  </a:lnTo>
                  <a:lnTo>
                    <a:pt x="1383" y="1651"/>
                  </a:lnTo>
                  <a:lnTo>
                    <a:pt x="1613" y="1536"/>
                  </a:lnTo>
                  <a:lnTo>
                    <a:pt x="1997" y="1536"/>
                  </a:lnTo>
                  <a:lnTo>
                    <a:pt x="2189" y="1613"/>
                  </a:lnTo>
                  <a:lnTo>
                    <a:pt x="2381" y="1689"/>
                  </a:lnTo>
                  <a:lnTo>
                    <a:pt x="2765" y="1920"/>
                  </a:lnTo>
                  <a:lnTo>
                    <a:pt x="2957" y="2073"/>
                  </a:lnTo>
                  <a:lnTo>
                    <a:pt x="2957" y="2112"/>
                  </a:lnTo>
                  <a:lnTo>
                    <a:pt x="2919" y="2188"/>
                  </a:lnTo>
                  <a:lnTo>
                    <a:pt x="2842" y="2227"/>
                  </a:lnTo>
                  <a:lnTo>
                    <a:pt x="2688" y="2227"/>
                  </a:lnTo>
                  <a:lnTo>
                    <a:pt x="2266" y="2265"/>
                  </a:lnTo>
                  <a:lnTo>
                    <a:pt x="1728" y="2188"/>
                  </a:lnTo>
                  <a:lnTo>
                    <a:pt x="1114" y="2150"/>
                  </a:lnTo>
                  <a:lnTo>
                    <a:pt x="692" y="2112"/>
                  </a:lnTo>
                  <a:lnTo>
                    <a:pt x="577" y="2304"/>
                  </a:lnTo>
                  <a:lnTo>
                    <a:pt x="500" y="2496"/>
                  </a:lnTo>
                  <a:lnTo>
                    <a:pt x="423" y="2841"/>
                  </a:lnTo>
                  <a:lnTo>
                    <a:pt x="385" y="3187"/>
                  </a:lnTo>
                  <a:lnTo>
                    <a:pt x="346" y="3532"/>
                  </a:lnTo>
                  <a:lnTo>
                    <a:pt x="231" y="3839"/>
                  </a:lnTo>
                  <a:lnTo>
                    <a:pt x="116" y="3993"/>
                  </a:lnTo>
                  <a:lnTo>
                    <a:pt x="39" y="4031"/>
                  </a:lnTo>
                  <a:lnTo>
                    <a:pt x="1" y="4070"/>
                  </a:lnTo>
                  <a:lnTo>
                    <a:pt x="78" y="4146"/>
                  </a:lnTo>
                  <a:lnTo>
                    <a:pt x="308" y="4415"/>
                  </a:lnTo>
                  <a:lnTo>
                    <a:pt x="692" y="4799"/>
                  </a:lnTo>
                  <a:lnTo>
                    <a:pt x="1229" y="5221"/>
                  </a:lnTo>
                  <a:lnTo>
                    <a:pt x="1421" y="4914"/>
                  </a:lnTo>
                  <a:lnTo>
                    <a:pt x="1690" y="4607"/>
                  </a:lnTo>
                  <a:lnTo>
                    <a:pt x="2266" y="3993"/>
                  </a:lnTo>
                  <a:lnTo>
                    <a:pt x="2765" y="3570"/>
                  </a:lnTo>
                  <a:lnTo>
                    <a:pt x="2919" y="3455"/>
                  </a:lnTo>
                  <a:lnTo>
                    <a:pt x="2995" y="3455"/>
                  </a:lnTo>
                  <a:lnTo>
                    <a:pt x="3111" y="3570"/>
                  </a:lnTo>
                  <a:lnTo>
                    <a:pt x="3149" y="3724"/>
                  </a:lnTo>
                  <a:lnTo>
                    <a:pt x="3149" y="3954"/>
                  </a:lnTo>
                  <a:lnTo>
                    <a:pt x="3034" y="4338"/>
                  </a:lnTo>
                  <a:lnTo>
                    <a:pt x="2957" y="4530"/>
                  </a:lnTo>
                  <a:lnTo>
                    <a:pt x="2880" y="4722"/>
                  </a:lnTo>
                  <a:lnTo>
                    <a:pt x="2573" y="5106"/>
                  </a:lnTo>
                  <a:lnTo>
                    <a:pt x="2304" y="5452"/>
                  </a:lnTo>
                  <a:lnTo>
                    <a:pt x="2036" y="5720"/>
                  </a:lnTo>
                  <a:lnTo>
                    <a:pt x="2381" y="5836"/>
                  </a:lnTo>
                  <a:lnTo>
                    <a:pt x="2727" y="5874"/>
                  </a:lnTo>
                  <a:lnTo>
                    <a:pt x="2919" y="5720"/>
                  </a:lnTo>
                  <a:lnTo>
                    <a:pt x="3111" y="5490"/>
                  </a:lnTo>
                  <a:lnTo>
                    <a:pt x="3226" y="5221"/>
                  </a:lnTo>
                  <a:lnTo>
                    <a:pt x="3341" y="4953"/>
                  </a:lnTo>
                  <a:lnTo>
                    <a:pt x="3571" y="4415"/>
                  </a:lnTo>
                  <a:lnTo>
                    <a:pt x="3725" y="3993"/>
                  </a:lnTo>
                  <a:lnTo>
                    <a:pt x="4032" y="3417"/>
                  </a:lnTo>
                  <a:lnTo>
                    <a:pt x="4109" y="3340"/>
                  </a:lnTo>
                  <a:lnTo>
                    <a:pt x="4224" y="3340"/>
                  </a:lnTo>
                  <a:lnTo>
                    <a:pt x="4224" y="3417"/>
                  </a:lnTo>
                  <a:lnTo>
                    <a:pt x="4262" y="3532"/>
                  </a:lnTo>
                  <a:lnTo>
                    <a:pt x="4262" y="3993"/>
                  </a:lnTo>
                  <a:lnTo>
                    <a:pt x="4224" y="4569"/>
                  </a:lnTo>
                  <a:lnTo>
                    <a:pt x="4109" y="5106"/>
                  </a:lnTo>
                  <a:lnTo>
                    <a:pt x="3994" y="5336"/>
                  </a:lnTo>
                  <a:lnTo>
                    <a:pt x="3840" y="5567"/>
                  </a:lnTo>
                  <a:lnTo>
                    <a:pt x="3686" y="5720"/>
                  </a:lnTo>
                  <a:lnTo>
                    <a:pt x="3494" y="5874"/>
                  </a:lnTo>
                  <a:lnTo>
                    <a:pt x="3494" y="5874"/>
                  </a:lnTo>
                  <a:lnTo>
                    <a:pt x="3955" y="5759"/>
                  </a:lnTo>
                  <a:lnTo>
                    <a:pt x="4377" y="5644"/>
                  </a:lnTo>
                  <a:lnTo>
                    <a:pt x="4531" y="5452"/>
                  </a:lnTo>
                  <a:lnTo>
                    <a:pt x="4646" y="5298"/>
                  </a:lnTo>
                  <a:lnTo>
                    <a:pt x="4761" y="5106"/>
                  </a:lnTo>
                  <a:lnTo>
                    <a:pt x="4838" y="4914"/>
                  </a:lnTo>
                  <a:lnTo>
                    <a:pt x="4953" y="4530"/>
                  </a:lnTo>
                  <a:lnTo>
                    <a:pt x="4992" y="4146"/>
                  </a:lnTo>
                  <a:lnTo>
                    <a:pt x="5030" y="3801"/>
                  </a:lnTo>
                  <a:lnTo>
                    <a:pt x="4992" y="3494"/>
                  </a:lnTo>
                  <a:lnTo>
                    <a:pt x="4992" y="3148"/>
                  </a:lnTo>
                  <a:lnTo>
                    <a:pt x="5030" y="3148"/>
                  </a:lnTo>
                  <a:lnTo>
                    <a:pt x="5069" y="3187"/>
                  </a:lnTo>
                  <a:lnTo>
                    <a:pt x="5107" y="3455"/>
                  </a:lnTo>
                  <a:lnTo>
                    <a:pt x="5184" y="3954"/>
                  </a:lnTo>
                  <a:lnTo>
                    <a:pt x="5260" y="4607"/>
                  </a:lnTo>
                  <a:lnTo>
                    <a:pt x="5260" y="4914"/>
                  </a:lnTo>
                  <a:lnTo>
                    <a:pt x="5184" y="5183"/>
                  </a:lnTo>
                  <a:lnTo>
                    <a:pt x="5184" y="5183"/>
                  </a:lnTo>
                  <a:lnTo>
                    <a:pt x="5414" y="4953"/>
                  </a:lnTo>
                  <a:lnTo>
                    <a:pt x="5683" y="4722"/>
                  </a:lnTo>
                  <a:lnTo>
                    <a:pt x="5875" y="4492"/>
                  </a:lnTo>
                  <a:lnTo>
                    <a:pt x="6028" y="4262"/>
                  </a:lnTo>
                  <a:lnTo>
                    <a:pt x="6105" y="4031"/>
                  </a:lnTo>
                  <a:lnTo>
                    <a:pt x="6182" y="3801"/>
                  </a:lnTo>
                  <a:lnTo>
                    <a:pt x="6220" y="3570"/>
                  </a:lnTo>
                  <a:lnTo>
                    <a:pt x="6220" y="3340"/>
                  </a:lnTo>
                  <a:lnTo>
                    <a:pt x="6182" y="2918"/>
                  </a:lnTo>
                  <a:lnTo>
                    <a:pt x="6067" y="2572"/>
                  </a:lnTo>
                  <a:lnTo>
                    <a:pt x="5913" y="2304"/>
                  </a:lnTo>
                  <a:lnTo>
                    <a:pt x="5798" y="2073"/>
                  </a:lnTo>
                  <a:lnTo>
                    <a:pt x="5683" y="1958"/>
                  </a:lnTo>
                  <a:lnTo>
                    <a:pt x="5568" y="1920"/>
                  </a:lnTo>
                  <a:lnTo>
                    <a:pt x="5107" y="1920"/>
                  </a:lnTo>
                  <a:lnTo>
                    <a:pt x="4992" y="1881"/>
                  </a:lnTo>
                  <a:lnTo>
                    <a:pt x="4915" y="1843"/>
                  </a:lnTo>
                  <a:lnTo>
                    <a:pt x="4877" y="1766"/>
                  </a:lnTo>
                  <a:lnTo>
                    <a:pt x="4877" y="1689"/>
                  </a:lnTo>
                  <a:lnTo>
                    <a:pt x="4992" y="1536"/>
                  </a:lnTo>
                  <a:lnTo>
                    <a:pt x="5145" y="1382"/>
                  </a:lnTo>
                  <a:lnTo>
                    <a:pt x="5184" y="1305"/>
                  </a:lnTo>
                  <a:lnTo>
                    <a:pt x="5184" y="1229"/>
                  </a:lnTo>
                  <a:lnTo>
                    <a:pt x="5145" y="1190"/>
                  </a:lnTo>
                  <a:lnTo>
                    <a:pt x="5107" y="1113"/>
                  </a:lnTo>
                  <a:lnTo>
                    <a:pt x="4877" y="960"/>
                  </a:lnTo>
                  <a:lnTo>
                    <a:pt x="4608" y="768"/>
                  </a:lnTo>
                  <a:lnTo>
                    <a:pt x="4262" y="653"/>
                  </a:lnTo>
                  <a:lnTo>
                    <a:pt x="4109" y="576"/>
                  </a:lnTo>
                  <a:lnTo>
                    <a:pt x="3955" y="461"/>
                  </a:lnTo>
                  <a:lnTo>
                    <a:pt x="3648" y="230"/>
                  </a:lnTo>
                  <a:lnTo>
                    <a:pt x="3494" y="115"/>
                  </a:lnTo>
                  <a:lnTo>
                    <a:pt x="3264" y="38"/>
                  </a:lnTo>
                  <a:lnTo>
                    <a:pt x="30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7" name="Google Shape;1127;p45"/>
          <p:cNvSpPr/>
          <p:nvPr/>
        </p:nvSpPr>
        <p:spPr>
          <a:xfrm>
            <a:off x="5014880" y="3405550"/>
            <a:ext cx="1733634" cy="543142"/>
          </a:xfrm>
          <a:custGeom>
            <a:avLst/>
            <a:gdLst/>
            <a:ahLst/>
            <a:cxnLst/>
            <a:rect l="l" t="t" r="r" b="b"/>
            <a:pathLst>
              <a:path w="35053" h="10982" extrusionOk="0">
                <a:moveTo>
                  <a:pt x="19734" y="1"/>
                </a:moveTo>
                <a:lnTo>
                  <a:pt x="19082" y="78"/>
                </a:lnTo>
                <a:lnTo>
                  <a:pt x="18429" y="155"/>
                </a:lnTo>
                <a:lnTo>
                  <a:pt x="17815" y="270"/>
                </a:lnTo>
                <a:lnTo>
                  <a:pt x="17239" y="385"/>
                </a:lnTo>
                <a:lnTo>
                  <a:pt x="16701" y="577"/>
                </a:lnTo>
                <a:lnTo>
                  <a:pt x="16241" y="769"/>
                </a:lnTo>
                <a:lnTo>
                  <a:pt x="15780" y="961"/>
                </a:lnTo>
                <a:lnTo>
                  <a:pt x="15319" y="1191"/>
                </a:lnTo>
                <a:lnTo>
                  <a:pt x="14935" y="1421"/>
                </a:lnTo>
                <a:lnTo>
                  <a:pt x="14551" y="1690"/>
                </a:lnTo>
                <a:lnTo>
                  <a:pt x="14244" y="1959"/>
                </a:lnTo>
                <a:lnTo>
                  <a:pt x="13937" y="2228"/>
                </a:lnTo>
                <a:lnTo>
                  <a:pt x="13630" y="2496"/>
                </a:lnTo>
                <a:lnTo>
                  <a:pt x="13169" y="3072"/>
                </a:lnTo>
                <a:lnTo>
                  <a:pt x="12747" y="3648"/>
                </a:lnTo>
                <a:lnTo>
                  <a:pt x="12440" y="4224"/>
                </a:lnTo>
                <a:lnTo>
                  <a:pt x="12209" y="4723"/>
                </a:lnTo>
                <a:lnTo>
                  <a:pt x="12056" y="5184"/>
                </a:lnTo>
                <a:lnTo>
                  <a:pt x="11941" y="5606"/>
                </a:lnTo>
                <a:lnTo>
                  <a:pt x="11864" y="5913"/>
                </a:lnTo>
                <a:lnTo>
                  <a:pt x="11825" y="6182"/>
                </a:lnTo>
                <a:lnTo>
                  <a:pt x="11595" y="6105"/>
                </a:lnTo>
                <a:lnTo>
                  <a:pt x="10942" y="5913"/>
                </a:lnTo>
                <a:lnTo>
                  <a:pt x="10520" y="5837"/>
                </a:lnTo>
                <a:lnTo>
                  <a:pt x="10059" y="5760"/>
                </a:lnTo>
                <a:lnTo>
                  <a:pt x="9522" y="5721"/>
                </a:lnTo>
                <a:lnTo>
                  <a:pt x="8946" y="5721"/>
                </a:lnTo>
                <a:lnTo>
                  <a:pt x="8370" y="5760"/>
                </a:lnTo>
                <a:lnTo>
                  <a:pt x="7794" y="5875"/>
                </a:lnTo>
                <a:lnTo>
                  <a:pt x="7218" y="6028"/>
                </a:lnTo>
                <a:lnTo>
                  <a:pt x="6950" y="6144"/>
                </a:lnTo>
                <a:lnTo>
                  <a:pt x="6643" y="6297"/>
                </a:lnTo>
                <a:lnTo>
                  <a:pt x="6374" y="6451"/>
                </a:lnTo>
                <a:lnTo>
                  <a:pt x="6143" y="6643"/>
                </a:lnTo>
                <a:lnTo>
                  <a:pt x="5913" y="6835"/>
                </a:lnTo>
                <a:lnTo>
                  <a:pt x="5683" y="7103"/>
                </a:lnTo>
                <a:lnTo>
                  <a:pt x="5452" y="7372"/>
                </a:lnTo>
                <a:lnTo>
                  <a:pt x="5260" y="7641"/>
                </a:lnTo>
                <a:lnTo>
                  <a:pt x="5069" y="7986"/>
                </a:lnTo>
                <a:lnTo>
                  <a:pt x="4915" y="8370"/>
                </a:lnTo>
                <a:lnTo>
                  <a:pt x="4339" y="8255"/>
                </a:lnTo>
                <a:lnTo>
                  <a:pt x="3802" y="8255"/>
                </a:lnTo>
                <a:lnTo>
                  <a:pt x="3302" y="8332"/>
                </a:lnTo>
                <a:lnTo>
                  <a:pt x="2842" y="8486"/>
                </a:lnTo>
                <a:lnTo>
                  <a:pt x="2381" y="8678"/>
                </a:lnTo>
                <a:lnTo>
                  <a:pt x="1997" y="8869"/>
                </a:lnTo>
                <a:lnTo>
                  <a:pt x="1613" y="9138"/>
                </a:lnTo>
                <a:lnTo>
                  <a:pt x="1268" y="9407"/>
                </a:lnTo>
                <a:lnTo>
                  <a:pt x="999" y="9676"/>
                </a:lnTo>
                <a:lnTo>
                  <a:pt x="730" y="9983"/>
                </a:lnTo>
                <a:lnTo>
                  <a:pt x="308" y="10482"/>
                </a:lnTo>
                <a:lnTo>
                  <a:pt x="78" y="10827"/>
                </a:lnTo>
                <a:lnTo>
                  <a:pt x="1" y="10981"/>
                </a:lnTo>
                <a:lnTo>
                  <a:pt x="35052" y="10981"/>
                </a:lnTo>
                <a:lnTo>
                  <a:pt x="31828" y="5913"/>
                </a:lnTo>
                <a:lnTo>
                  <a:pt x="31674" y="5683"/>
                </a:lnTo>
                <a:lnTo>
                  <a:pt x="31175" y="4992"/>
                </a:lnTo>
                <a:lnTo>
                  <a:pt x="30791" y="4531"/>
                </a:lnTo>
                <a:lnTo>
                  <a:pt x="30330" y="4032"/>
                </a:lnTo>
                <a:lnTo>
                  <a:pt x="29793" y="3495"/>
                </a:lnTo>
                <a:lnTo>
                  <a:pt x="29140" y="2957"/>
                </a:lnTo>
                <a:lnTo>
                  <a:pt x="28411" y="2420"/>
                </a:lnTo>
                <a:lnTo>
                  <a:pt x="27566" y="1882"/>
                </a:lnTo>
                <a:lnTo>
                  <a:pt x="26645" y="1383"/>
                </a:lnTo>
                <a:lnTo>
                  <a:pt x="26146" y="1153"/>
                </a:lnTo>
                <a:lnTo>
                  <a:pt x="25608" y="922"/>
                </a:lnTo>
                <a:lnTo>
                  <a:pt x="25071" y="730"/>
                </a:lnTo>
                <a:lnTo>
                  <a:pt x="24495" y="538"/>
                </a:lnTo>
                <a:lnTo>
                  <a:pt x="23880" y="385"/>
                </a:lnTo>
                <a:lnTo>
                  <a:pt x="23266" y="270"/>
                </a:lnTo>
                <a:lnTo>
                  <a:pt x="22614" y="155"/>
                </a:lnTo>
                <a:lnTo>
                  <a:pt x="21923" y="78"/>
                </a:lnTo>
                <a:lnTo>
                  <a:pt x="211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8" name="Google Shape;1128;p45"/>
          <p:cNvGrpSpPr/>
          <p:nvPr/>
        </p:nvGrpSpPr>
        <p:grpSpPr>
          <a:xfrm>
            <a:off x="7007057" y="1831480"/>
            <a:ext cx="256309" cy="880363"/>
            <a:chOff x="1966019" y="2380507"/>
            <a:chExt cx="302537" cy="1039144"/>
          </a:xfrm>
        </p:grpSpPr>
        <p:sp>
          <p:nvSpPr>
            <p:cNvPr id="1129" name="Google Shape;1129;p45"/>
            <p:cNvSpPr/>
            <p:nvPr/>
          </p:nvSpPr>
          <p:spPr>
            <a:xfrm>
              <a:off x="1966019" y="2380507"/>
              <a:ext cx="134315" cy="1039144"/>
            </a:xfrm>
            <a:custGeom>
              <a:avLst/>
              <a:gdLst/>
              <a:ahLst/>
              <a:cxnLst/>
              <a:rect l="l" t="t" r="r" b="b"/>
              <a:pathLst>
                <a:path w="2650" h="20502" extrusionOk="0">
                  <a:moveTo>
                    <a:pt x="0" y="1"/>
                  </a:moveTo>
                  <a:lnTo>
                    <a:pt x="0" y="20502"/>
                  </a:lnTo>
                  <a:lnTo>
                    <a:pt x="2649" y="20502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5"/>
            <p:cNvSpPr/>
            <p:nvPr/>
          </p:nvSpPr>
          <p:spPr>
            <a:xfrm>
              <a:off x="1966019" y="2493382"/>
              <a:ext cx="134315" cy="56463"/>
            </a:xfrm>
            <a:custGeom>
              <a:avLst/>
              <a:gdLst/>
              <a:ahLst/>
              <a:cxnLst/>
              <a:rect l="l" t="t" r="r" b="b"/>
              <a:pathLst>
                <a:path w="2650" h="1114" extrusionOk="0">
                  <a:moveTo>
                    <a:pt x="0" y="0"/>
                  </a:moveTo>
                  <a:lnTo>
                    <a:pt x="0" y="1114"/>
                  </a:lnTo>
                  <a:lnTo>
                    <a:pt x="2649" y="1114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5"/>
            <p:cNvSpPr/>
            <p:nvPr/>
          </p:nvSpPr>
          <p:spPr>
            <a:xfrm>
              <a:off x="1966019" y="2606256"/>
              <a:ext cx="134315" cy="46732"/>
            </a:xfrm>
            <a:custGeom>
              <a:avLst/>
              <a:gdLst/>
              <a:ahLst/>
              <a:cxnLst/>
              <a:rect l="l" t="t" r="r" b="b"/>
              <a:pathLst>
                <a:path w="2650" h="922" extrusionOk="0">
                  <a:moveTo>
                    <a:pt x="0" y="0"/>
                  </a:moveTo>
                  <a:lnTo>
                    <a:pt x="0" y="922"/>
                  </a:lnTo>
                  <a:lnTo>
                    <a:pt x="2649" y="922"/>
                  </a:lnTo>
                  <a:lnTo>
                    <a:pt x="264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5"/>
            <p:cNvSpPr/>
            <p:nvPr/>
          </p:nvSpPr>
          <p:spPr>
            <a:xfrm>
              <a:off x="1966019" y="3230843"/>
              <a:ext cx="134315" cy="62343"/>
            </a:xfrm>
            <a:custGeom>
              <a:avLst/>
              <a:gdLst/>
              <a:ahLst/>
              <a:cxnLst/>
              <a:rect l="l" t="t" r="r" b="b"/>
              <a:pathLst>
                <a:path w="2650" h="1230" extrusionOk="0">
                  <a:moveTo>
                    <a:pt x="0" y="1"/>
                  </a:moveTo>
                  <a:lnTo>
                    <a:pt x="0" y="1229"/>
                  </a:lnTo>
                  <a:lnTo>
                    <a:pt x="2649" y="1229"/>
                  </a:lnTo>
                  <a:lnTo>
                    <a:pt x="264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5"/>
            <p:cNvSpPr/>
            <p:nvPr/>
          </p:nvSpPr>
          <p:spPr>
            <a:xfrm>
              <a:off x="2100283" y="2380507"/>
              <a:ext cx="165436" cy="1039144"/>
            </a:xfrm>
            <a:custGeom>
              <a:avLst/>
              <a:gdLst/>
              <a:ahLst/>
              <a:cxnLst/>
              <a:rect l="l" t="t" r="r" b="b"/>
              <a:pathLst>
                <a:path w="3264" h="20502" extrusionOk="0">
                  <a:moveTo>
                    <a:pt x="0" y="1"/>
                  </a:moveTo>
                  <a:lnTo>
                    <a:pt x="0" y="20502"/>
                  </a:lnTo>
                  <a:lnTo>
                    <a:pt x="3263" y="19005"/>
                  </a:lnTo>
                  <a:lnTo>
                    <a:pt x="3263" y="8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5"/>
            <p:cNvSpPr/>
            <p:nvPr/>
          </p:nvSpPr>
          <p:spPr>
            <a:xfrm>
              <a:off x="2103120" y="2380507"/>
              <a:ext cx="165436" cy="1039144"/>
            </a:xfrm>
            <a:custGeom>
              <a:avLst/>
              <a:gdLst/>
              <a:ahLst/>
              <a:cxnLst/>
              <a:rect l="l" t="t" r="r" b="b"/>
              <a:pathLst>
                <a:path w="3264" h="20502" extrusionOk="0">
                  <a:moveTo>
                    <a:pt x="0" y="1"/>
                  </a:moveTo>
                  <a:lnTo>
                    <a:pt x="0" y="20502"/>
                  </a:lnTo>
                  <a:lnTo>
                    <a:pt x="3263" y="19005"/>
                  </a:lnTo>
                  <a:lnTo>
                    <a:pt x="3263" y="84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5" name="Google Shape;1135;p45"/>
          <p:cNvGrpSpPr/>
          <p:nvPr/>
        </p:nvGrpSpPr>
        <p:grpSpPr>
          <a:xfrm>
            <a:off x="7194256" y="1969937"/>
            <a:ext cx="273701" cy="753431"/>
            <a:chOff x="4266788" y="2397066"/>
            <a:chExt cx="323065" cy="889319"/>
          </a:xfrm>
        </p:grpSpPr>
        <p:sp>
          <p:nvSpPr>
            <p:cNvPr id="1136" name="Google Shape;1136;p45"/>
            <p:cNvSpPr/>
            <p:nvPr/>
          </p:nvSpPr>
          <p:spPr>
            <a:xfrm>
              <a:off x="4266788" y="2397066"/>
              <a:ext cx="177144" cy="889319"/>
            </a:xfrm>
            <a:custGeom>
              <a:avLst/>
              <a:gdLst/>
              <a:ahLst/>
              <a:cxnLst/>
              <a:rect l="l" t="t" r="r" b="b"/>
              <a:pathLst>
                <a:path w="3495" h="17546" extrusionOk="0">
                  <a:moveTo>
                    <a:pt x="0" y="0"/>
                  </a:moveTo>
                  <a:lnTo>
                    <a:pt x="0" y="17545"/>
                  </a:lnTo>
                  <a:lnTo>
                    <a:pt x="3494" y="17545"/>
                  </a:lnTo>
                  <a:lnTo>
                    <a:pt x="34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5"/>
            <p:cNvSpPr/>
            <p:nvPr/>
          </p:nvSpPr>
          <p:spPr>
            <a:xfrm>
              <a:off x="4295982" y="2488501"/>
              <a:ext cx="112926" cy="112926"/>
            </a:xfrm>
            <a:custGeom>
              <a:avLst/>
              <a:gdLst/>
              <a:ahLst/>
              <a:cxnLst/>
              <a:rect l="l" t="t" r="r" b="b"/>
              <a:pathLst>
                <a:path w="2228" h="2228" extrusionOk="0">
                  <a:moveTo>
                    <a:pt x="883" y="1"/>
                  </a:moveTo>
                  <a:lnTo>
                    <a:pt x="691" y="77"/>
                  </a:lnTo>
                  <a:lnTo>
                    <a:pt x="499" y="193"/>
                  </a:lnTo>
                  <a:lnTo>
                    <a:pt x="307" y="308"/>
                  </a:lnTo>
                  <a:lnTo>
                    <a:pt x="192" y="500"/>
                  </a:lnTo>
                  <a:lnTo>
                    <a:pt x="77" y="692"/>
                  </a:lnTo>
                  <a:lnTo>
                    <a:pt x="0" y="884"/>
                  </a:lnTo>
                  <a:lnTo>
                    <a:pt x="0" y="1114"/>
                  </a:lnTo>
                  <a:lnTo>
                    <a:pt x="0" y="1344"/>
                  </a:lnTo>
                  <a:lnTo>
                    <a:pt x="77" y="1536"/>
                  </a:lnTo>
                  <a:lnTo>
                    <a:pt x="192" y="1728"/>
                  </a:lnTo>
                  <a:lnTo>
                    <a:pt x="307" y="1920"/>
                  </a:lnTo>
                  <a:lnTo>
                    <a:pt x="499" y="2035"/>
                  </a:lnTo>
                  <a:lnTo>
                    <a:pt x="691" y="2151"/>
                  </a:lnTo>
                  <a:lnTo>
                    <a:pt x="883" y="2227"/>
                  </a:lnTo>
                  <a:lnTo>
                    <a:pt x="1344" y="2227"/>
                  </a:lnTo>
                  <a:lnTo>
                    <a:pt x="1536" y="2151"/>
                  </a:lnTo>
                  <a:lnTo>
                    <a:pt x="1728" y="2035"/>
                  </a:lnTo>
                  <a:lnTo>
                    <a:pt x="1920" y="1920"/>
                  </a:lnTo>
                  <a:lnTo>
                    <a:pt x="2035" y="1728"/>
                  </a:lnTo>
                  <a:lnTo>
                    <a:pt x="2150" y="1536"/>
                  </a:lnTo>
                  <a:lnTo>
                    <a:pt x="2227" y="1344"/>
                  </a:lnTo>
                  <a:lnTo>
                    <a:pt x="2227" y="1114"/>
                  </a:lnTo>
                  <a:lnTo>
                    <a:pt x="2227" y="884"/>
                  </a:lnTo>
                  <a:lnTo>
                    <a:pt x="2150" y="692"/>
                  </a:lnTo>
                  <a:lnTo>
                    <a:pt x="2035" y="500"/>
                  </a:lnTo>
                  <a:lnTo>
                    <a:pt x="1920" y="308"/>
                  </a:lnTo>
                  <a:lnTo>
                    <a:pt x="1728" y="193"/>
                  </a:lnTo>
                  <a:lnTo>
                    <a:pt x="1536" y="77"/>
                  </a:lnTo>
                  <a:lnTo>
                    <a:pt x="13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45"/>
            <p:cNvSpPr/>
            <p:nvPr/>
          </p:nvSpPr>
          <p:spPr>
            <a:xfrm>
              <a:off x="4321274" y="2648056"/>
              <a:ext cx="62292" cy="62343"/>
            </a:xfrm>
            <a:custGeom>
              <a:avLst/>
              <a:gdLst/>
              <a:ahLst/>
              <a:cxnLst/>
              <a:rect l="l" t="t" r="r" b="b"/>
              <a:pathLst>
                <a:path w="1229" h="1230" extrusionOk="0">
                  <a:moveTo>
                    <a:pt x="615" y="1"/>
                  </a:moveTo>
                  <a:lnTo>
                    <a:pt x="499" y="39"/>
                  </a:lnTo>
                  <a:lnTo>
                    <a:pt x="384" y="39"/>
                  </a:lnTo>
                  <a:lnTo>
                    <a:pt x="192" y="193"/>
                  </a:lnTo>
                  <a:lnTo>
                    <a:pt x="39" y="385"/>
                  </a:lnTo>
                  <a:lnTo>
                    <a:pt x="0" y="500"/>
                  </a:lnTo>
                  <a:lnTo>
                    <a:pt x="0" y="615"/>
                  </a:lnTo>
                  <a:lnTo>
                    <a:pt x="0" y="730"/>
                  </a:lnTo>
                  <a:lnTo>
                    <a:pt x="39" y="845"/>
                  </a:lnTo>
                  <a:lnTo>
                    <a:pt x="192" y="1076"/>
                  </a:lnTo>
                  <a:lnTo>
                    <a:pt x="384" y="1191"/>
                  </a:lnTo>
                  <a:lnTo>
                    <a:pt x="499" y="1229"/>
                  </a:lnTo>
                  <a:lnTo>
                    <a:pt x="730" y="1229"/>
                  </a:lnTo>
                  <a:lnTo>
                    <a:pt x="845" y="1191"/>
                  </a:lnTo>
                  <a:lnTo>
                    <a:pt x="1037" y="1076"/>
                  </a:lnTo>
                  <a:lnTo>
                    <a:pt x="1191" y="845"/>
                  </a:lnTo>
                  <a:lnTo>
                    <a:pt x="1229" y="730"/>
                  </a:lnTo>
                  <a:lnTo>
                    <a:pt x="1229" y="615"/>
                  </a:lnTo>
                  <a:lnTo>
                    <a:pt x="1229" y="500"/>
                  </a:lnTo>
                  <a:lnTo>
                    <a:pt x="1191" y="385"/>
                  </a:lnTo>
                  <a:lnTo>
                    <a:pt x="1037" y="193"/>
                  </a:lnTo>
                  <a:lnTo>
                    <a:pt x="845" y="39"/>
                  </a:lnTo>
                  <a:lnTo>
                    <a:pt x="730" y="39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45"/>
            <p:cNvSpPr/>
            <p:nvPr/>
          </p:nvSpPr>
          <p:spPr>
            <a:xfrm>
              <a:off x="4321274" y="2751200"/>
              <a:ext cx="62292" cy="62343"/>
            </a:xfrm>
            <a:custGeom>
              <a:avLst/>
              <a:gdLst/>
              <a:ahLst/>
              <a:cxnLst/>
              <a:rect l="l" t="t" r="r" b="b"/>
              <a:pathLst>
                <a:path w="1229" h="1230" extrusionOk="0">
                  <a:moveTo>
                    <a:pt x="499" y="1"/>
                  </a:moveTo>
                  <a:lnTo>
                    <a:pt x="384" y="39"/>
                  </a:lnTo>
                  <a:lnTo>
                    <a:pt x="192" y="154"/>
                  </a:lnTo>
                  <a:lnTo>
                    <a:pt x="39" y="346"/>
                  </a:lnTo>
                  <a:lnTo>
                    <a:pt x="0" y="461"/>
                  </a:lnTo>
                  <a:lnTo>
                    <a:pt x="0" y="615"/>
                  </a:lnTo>
                  <a:lnTo>
                    <a:pt x="0" y="730"/>
                  </a:lnTo>
                  <a:lnTo>
                    <a:pt x="39" y="845"/>
                  </a:lnTo>
                  <a:lnTo>
                    <a:pt x="192" y="1037"/>
                  </a:lnTo>
                  <a:lnTo>
                    <a:pt x="384" y="1152"/>
                  </a:lnTo>
                  <a:lnTo>
                    <a:pt x="499" y="1191"/>
                  </a:lnTo>
                  <a:lnTo>
                    <a:pt x="615" y="1229"/>
                  </a:lnTo>
                  <a:lnTo>
                    <a:pt x="730" y="1191"/>
                  </a:lnTo>
                  <a:lnTo>
                    <a:pt x="845" y="1152"/>
                  </a:lnTo>
                  <a:lnTo>
                    <a:pt x="1037" y="1037"/>
                  </a:lnTo>
                  <a:lnTo>
                    <a:pt x="1191" y="845"/>
                  </a:lnTo>
                  <a:lnTo>
                    <a:pt x="1229" y="730"/>
                  </a:lnTo>
                  <a:lnTo>
                    <a:pt x="1229" y="615"/>
                  </a:lnTo>
                  <a:lnTo>
                    <a:pt x="1229" y="461"/>
                  </a:lnTo>
                  <a:lnTo>
                    <a:pt x="1191" y="346"/>
                  </a:lnTo>
                  <a:lnTo>
                    <a:pt x="1037" y="154"/>
                  </a:lnTo>
                  <a:lnTo>
                    <a:pt x="845" y="39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5"/>
            <p:cNvSpPr/>
            <p:nvPr/>
          </p:nvSpPr>
          <p:spPr>
            <a:xfrm>
              <a:off x="4443880" y="2397066"/>
              <a:ext cx="145973" cy="889319"/>
            </a:xfrm>
            <a:custGeom>
              <a:avLst/>
              <a:gdLst/>
              <a:ahLst/>
              <a:cxnLst/>
              <a:rect l="l" t="t" r="r" b="b"/>
              <a:pathLst>
                <a:path w="2880" h="17546" extrusionOk="0">
                  <a:moveTo>
                    <a:pt x="0" y="0"/>
                  </a:moveTo>
                  <a:lnTo>
                    <a:pt x="0" y="17545"/>
                  </a:lnTo>
                  <a:lnTo>
                    <a:pt x="2879" y="16432"/>
                  </a:lnTo>
                  <a:lnTo>
                    <a:pt x="2879" y="8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5"/>
          <p:cNvGrpSpPr/>
          <p:nvPr/>
        </p:nvGrpSpPr>
        <p:grpSpPr>
          <a:xfrm>
            <a:off x="7421111" y="1918158"/>
            <a:ext cx="276455" cy="805210"/>
            <a:chOff x="9314964" y="1290581"/>
            <a:chExt cx="318754" cy="928410"/>
          </a:xfrm>
        </p:grpSpPr>
        <p:sp>
          <p:nvSpPr>
            <p:cNvPr id="1142" name="Google Shape;1142;p45"/>
            <p:cNvSpPr/>
            <p:nvPr/>
          </p:nvSpPr>
          <p:spPr>
            <a:xfrm>
              <a:off x="9314964" y="1290581"/>
              <a:ext cx="196094" cy="928410"/>
            </a:xfrm>
            <a:custGeom>
              <a:avLst/>
              <a:gdLst/>
              <a:ahLst/>
              <a:cxnLst/>
              <a:rect l="l" t="t" r="r" b="b"/>
              <a:pathLst>
                <a:path w="3341" h="15818" extrusionOk="0">
                  <a:moveTo>
                    <a:pt x="1" y="1"/>
                  </a:moveTo>
                  <a:lnTo>
                    <a:pt x="78" y="15818"/>
                  </a:lnTo>
                  <a:lnTo>
                    <a:pt x="3341" y="15818"/>
                  </a:lnTo>
                  <a:lnTo>
                    <a:pt x="32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5"/>
            <p:cNvSpPr/>
            <p:nvPr/>
          </p:nvSpPr>
          <p:spPr>
            <a:xfrm>
              <a:off x="9317253" y="2007161"/>
              <a:ext cx="193805" cy="31577"/>
            </a:xfrm>
            <a:custGeom>
              <a:avLst/>
              <a:gdLst/>
              <a:ahLst/>
              <a:cxnLst/>
              <a:rect l="l" t="t" r="r" b="b"/>
              <a:pathLst>
                <a:path w="3302" h="538" extrusionOk="0">
                  <a:moveTo>
                    <a:pt x="0" y="0"/>
                  </a:moveTo>
                  <a:lnTo>
                    <a:pt x="0" y="538"/>
                  </a:lnTo>
                  <a:lnTo>
                    <a:pt x="3302" y="461"/>
                  </a:lnTo>
                  <a:lnTo>
                    <a:pt x="3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5"/>
            <p:cNvSpPr/>
            <p:nvPr/>
          </p:nvSpPr>
          <p:spPr>
            <a:xfrm>
              <a:off x="9317253" y="2070256"/>
              <a:ext cx="193805" cy="31577"/>
            </a:xfrm>
            <a:custGeom>
              <a:avLst/>
              <a:gdLst/>
              <a:ahLst/>
              <a:cxnLst/>
              <a:rect l="l" t="t" r="r" b="b"/>
              <a:pathLst>
                <a:path w="3302" h="538" extrusionOk="0">
                  <a:moveTo>
                    <a:pt x="3263" y="0"/>
                  </a:moveTo>
                  <a:lnTo>
                    <a:pt x="0" y="39"/>
                  </a:lnTo>
                  <a:lnTo>
                    <a:pt x="0" y="538"/>
                  </a:lnTo>
                  <a:lnTo>
                    <a:pt x="3302" y="461"/>
                  </a:lnTo>
                  <a:lnTo>
                    <a:pt x="32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5"/>
            <p:cNvSpPr/>
            <p:nvPr/>
          </p:nvSpPr>
          <p:spPr>
            <a:xfrm>
              <a:off x="9355521" y="1398752"/>
              <a:ext cx="108230" cy="286247"/>
            </a:xfrm>
            <a:custGeom>
              <a:avLst/>
              <a:gdLst/>
              <a:ahLst/>
              <a:cxnLst/>
              <a:rect l="l" t="t" r="r" b="b"/>
              <a:pathLst>
                <a:path w="1844" h="4877" extrusionOk="0">
                  <a:moveTo>
                    <a:pt x="193" y="0"/>
                  </a:moveTo>
                  <a:lnTo>
                    <a:pt x="116" y="77"/>
                  </a:lnTo>
                  <a:lnTo>
                    <a:pt x="78" y="154"/>
                  </a:lnTo>
                  <a:lnTo>
                    <a:pt x="1" y="269"/>
                  </a:lnTo>
                  <a:lnTo>
                    <a:pt x="39" y="4569"/>
                  </a:lnTo>
                  <a:lnTo>
                    <a:pt x="78" y="4723"/>
                  </a:lnTo>
                  <a:lnTo>
                    <a:pt x="116" y="4799"/>
                  </a:lnTo>
                  <a:lnTo>
                    <a:pt x="231" y="4838"/>
                  </a:lnTo>
                  <a:lnTo>
                    <a:pt x="308" y="4876"/>
                  </a:lnTo>
                  <a:lnTo>
                    <a:pt x="1613" y="4876"/>
                  </a:lnTo>
                  <a:lnTo>
                    <a:pt x="1728" y="4838"/>
                  </a:lnTo>
                  <a:lnTo>
                    <a:pt x="1805" y="4761"/>
                  </a:lnTo>
                  <a:lnTo>
                    <a:pt x="1844" y="4684"/>
                  </a:lnTo>
                  <a:lnTo>
                    <a:pt x="1844" y="4569"/>
                  </a:lnTo>
                  <a:lnTo>
                    <a:pt x="1805" y="269"/>
                  </a:lnTo>
                  <a:lnTo>
                    <a:pt x="1844" y="154"/>
                  </a:lnTo>
                  <a:lnTo>
                    <a:pt x="1767" y="77"/>
                  </a:lnTo>
                  <a:lnTo>
                    <a:pt x="1690" y="0"/>
                  </a:lnTo>
                  <a:lnTo>
                    <a:pt x="1575" y="0"/>
                  </a:lnTo>
                  <a:lnTo>
                    <a:pt x="308" y="39"/>
                  </a:lnTo>
                  <a:lnTo>
                    <a:pt x="1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5"/>
            <p:cNvSpPr/>
            <p:nvPr/>
          </p:nvSpPr>
          <p:spPr>
            <a:xfrm>
              <a:off x="9506538" y="1290581"/>
              <a:ext cx="123960" cy="928410"/>
            </a:xfrm>
            <a:custGeom>
              <a:avLst/>
              <a:gdLst/>
              <a:ahLst/>
              <a:cxnLst/>
              <a:rect l="l" t="t" r="r" b="b"/>
              <a:pathLst>
                <a:path w="2112" h="15818" extrusionOk="0">
                  <a:moveTo>
                    <a:pt x="0" y="1"/>
                  </a:moveTo>
                  <a:lnTo>
                    <a:pt x="77" y="15818"/>
                  </a:lnTo>
                  <a:lnTo>
                    <a:pt x="2112" y="15012"/>
                  </a:lnTo>
                  <a:lnTo>
                    <a:pt x="2035" y="6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5"/>
            <p:cNvSpPr/>
            <p:nvPr/>
          </p:nvSpPr>
          <p:spPr>
            <a:xfrm>
              <a:off x="9509760" y="1290581"/>
              <a:ext cx="123959" cy="928398"/>
            </a:xfrm>
            <a:custGeom>
              <a:avLst/>
              <a:gdLst/>
              <a:ahLst/>
              <a:cxnLst/>
              <a:rect l="l" t="t" r="r" b="b"/>
              <a:pathLst>
                <a:path w="2112" h="15818" extrusionOk="0">
                  <a:moveTo>
                    <a:pt x="0" y="1"/>
                  </a:moveTo>
                  <a:lnTo>
                    <a:pt x="77" y="15818"/>
                  </a:lnTo>
                  <a:lnTo>
                    <a:pt x="2112" y="15012"/>
                  </a:lnTo>
                  <a:lnTo>
                    <a:pt x="2035" y="6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8" name="Google Shape;1148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0" name="Google Shape;1150;p45"/>
          <p:cNvGrpSpPr/>
          <p:nvPr/>
        </p:nvGrpSpPr>
        <p:grpSpPr>
          <a:xfrm>
            <a:off x="6360104" y="3554004"/>
            <a:ext cx="1653737" cy="481095"/>
            <a:chOff x="323167" y="-722822"/>
            <a:chExt cx="1635582" cy="475814"/>
          </a:xfrm>
        </p:grpSpPr>
        <p:sp>
          <p:nvSpPr>
            <p:cNvPr id="1151" name="Google Shape;1151;p45"/>
            <p:cNvSpPr/>
            <p:nvPr/>
          </p:nvSpPr>
          <p:spPr>
            <a:xfrm flipH="1">
              <a:off x="323167" y="-722822"/>
              <a:ext cx="1513210" cy="113408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5"/>
            <p:cNvSpPr/>
            <p:nvPr/>
          </p:nvSpPr>
          <p:spPr>
            <a:xfrm flipH="1">
              <a:off x="517877" y="-618621"/>
              <a:ext cx="1440872" cy="371613"/>
            </a:xfrm>
            <a:custGeom>
              <a:avLst/>
              <a:gdLst/>
              <a:ahLst/>
              <a:cxnLst/>
              <a:rect l="l" t="t" r="r" b="b"/>
              <a:pathLst>
                <a:path w="12210" h="3149" extrusionOk="0">
                  <a:moveTo>
                    <a:pt x="1267" y="1"/>
                  </a:moveTo>
                  <a:lnTo>
                    <a:pt x="999" y="116"/>
                  </a:lnTo>
                  <a:lnTo>
                    <a:pt x="730" y="270"/>
                  </a:lnTo>
                  <a:lnTo>
                    <a:pt x="500" y="461"/>
                  </a:lnTo>
                  <a:lnTo>
                    <a:pt x="269" y="692"/>
                  </a:lnTo>
                  <a:lnTo>
                    <a:pt x="154" y="961"/>
                  </a:lnTo>
                  <a:lnTo>
                    <a:pt x="39" y="1268"/>
                  </a:lnTo>
                  <a:lnTo>
                    <a:pt x="0" y="1575"/>
                  </a:lnTo>
                  <a:lnTo>
                    <a:pt x="39" y="1882"/>
                  </a:lnTo>
                  <a:lnTo>
                    <a:pt x="154" y="2189"/>
                  </a:lnTo>
                  <a:lnTo>
                    <a:pt x="269" y="2458"/>
                  </a:lnTo>
                  <a:lnTo>
                    <a:pt x="500" y="2688"/>
                  </a:lnTo>
                  <a:lnTo>
                    <a:pt x="730" y="2880"/>
                  </a:lnTo>
                  <a:lnTo>
                    <a:pt x="999" y="3034"/>
                  </a:lnTo>
                  <a:lnTo>
                    <a:pt x="1267" y="3149"/>
                  </a:lnTo>
                  <a:lnTo>
                    <a:pt x="12209" y="3149"/>
                  </a:lnTo>
                  <a:lnTo>
                    <a:pt x="122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5"/>
            <p:cNvSpPr/>
            <p:nvPr/>
          </p:nvSpPr>
          <p:spPr>
            <a:xfrm flipH="1">
              <a:off x="517878" y="-577791"/>
              <a:ext cx="1377502" cy="290069"/>
            </a:xfrm>
            <a:custGeom>
              <a:avLst/>
              <a:gdLst/>
              <a:ahLst/>
              <a:cxnLst/>
              <a:rect l="l" t="t" r="r" b="b"/>
              <a:pathLst>
                <a:path w="11673" h="2458" extrusionOk="0">
                  <a:moveTo>
                    <a:pt x="1229" y="0"/>
                  </a:moveTo>
                  <a:lnTo>
                    <a:pt x="999" y="39"/>
                  </a:lnTo>
                  <a:lnTo>
                    <a:pt x="769" y="77"/>
                  </a:lnTo>
                  <a:lnTo>
                    <a:pt x="538" y="192"/>
                  </a:lnTo>
                  <a:lnTo>
                    <a:pt x="385" y="346"/>
                  </a:lnTo>
                  <a:lnTo>
                    <a:pt x="231" y="538"/>
                  </a:lnTo>
                  <a:lnTo>
                    <a:pt x="116" y="768"/>
                  </a:lnTo>
                  <a:lnTo>
                    <a:pt x="39" y="998"/>
                  </a:lnTo>
                  <a:lnTo>
                    <a:pt x="1" y="1229"/>
                  </a:lnTo>
                  <a:lnTo>
                    <a:pt x="39" y="1459"/>
                  </a:lnTo>
                  <a:lnTo>
                    <a:pt x="116" y="1690"/>
                  </a:lnTo>
                  <a:lnTo>
                    <a:pt x="231" y="1920"/>
                  </a:lnTo>
                  <a:lnTo>
                    <a:pt x="385" y="2112"/>
                  </a:lnTo>
                  <a:lnTo>
                    <a:pt x="538" y="2265"/>
                  </a:lnTo>
                  <a:lnTo>
                    <a:pt x="769" y="2342"/>
                  </a:lnTo>
                  <a:lnTo>
                    <a:pt x="999" y="2419"/>
                  </a:lnTo>
                  <a:lnTo>
                    <a:pt x="1229" y="2457"/>
                  </a:lnTo>
                  <a:lnTo>
                    <a:pt x="11672" y="2457"/>
                  </a:lnTo>
                  <a:lnTo>
                    <a:pt x="11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5"/>
            <p:cNvSpPr/>
            <p:nvPr/>
          </p:nvSpPr>
          <p:spPr>
            <a:xfrm flipH="1">
              <a:off x="323189" y="-722822"/>
              <a:ext cx="194830" cy="145152"/>
            </a:xfrm>
            <a:custGeom>
              <a:avLst/>
              <a:gdLst/>
              <a:ahLst/>
              <a:cxnLst/>
              <a:rect l="l" t="t" r="r" b="b"/>
              <a:pathLst>
                <a:path w="1651" h="1230" extrusionOk="0">
                  <a:moveTo>
                    <a:pt x="1651" y="1"/>
                  </a:moveTo>
                  <a:lnTo>
                    <a:pt x="0" y="884"/>
                  </a:lnTo>
                  <a:lnTo>
                    <a:pt x="0" y="1229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5"/>
            <p:cNvSpPr/>
            <p:nvPr/>
          </p:nvSpPr>
          <p:spPr>
            <a:xfrm flipH="1">
              <a:off x="323189" y="-387563"/>
              <a:ext cx="194830" cy="140550"/>
            </a:xfrm>
            <a:custGeom>
              <a:avLst/>
              <a:gdLst/>
              <a:ahLst/>
              <a:cxnLst/>
              <a:rect l="l" t="t" r="r" b="b"/>
              <a:pathLst>
                <a:path w="1651" h="1191" extrusionOk="0">
                  <a:moveTo>
                    <a:pt x="1651" y="1"/>
                  </a:moveTo>
                  <a:lnTo>
                    <a:pt x="0" y="845"/>
                  </a:lnTo>
                  <a:lnTo>
                    <a:pt x="0" y="1191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5"/>
            <p:cNvSpPr/>
            <p:nvPr/>
          </p:nvSpPr>
          <p:spPr>
            <a:xfrm flipH="1">
              <a:off x="345847" y="-668420"/>
              <a:ext cx="172173" cy="380700"/>
            </a:xfrm>
            <a:custGeom>
              <a:avLst/>
              <a:gdLst/>
              <a:ahLst/>
              <a:cxnLst/>
              <a:rect l="l" t="t" r="r" b="b"/>
              <a:pathLst>
                <a:path w="1459" h="3226" extrusionOk="0">
                  <a:moveTo>
                    <a:pt x="1459" y="0"/>
                  </a:moveTo>
                  <a:lnTo>
                    <a:pt x="0" y="768"/>
                  </a:lnTo>
                  <a:lnTo>
                    <a:pt x="0" y="3225"/>
                  </a:lnTo>
                  <a:lnTo>
                    <a:pt x="1459" y="2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5"/>
            <p:cNvSpPr/>
            <p:nvPr/>
          </p:nvSpPr>
          <p:spPr>
            <a:xfrm flipH="1">
              <a:off x="1510089" y="-491764"/>
              <a:ext cx="172291" cy="163208"/>
            </a:xfrm>
            <a:custGeom>
              <a:avLst/>
              <a:gdLst/>
              <a:ahLst/>
              <a:cxnLst/>
              <a:rect l="l" t="t" r="r" b="b"/>
              <a:pathLst>
                <a:path w="146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730" y="1152"/>
                  </a:lnTo>
                  <a:lnTo>
                    <a:pt x="1459" y="1344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5"/>
            <p:cNvSpPr/>
            <p:nvPr/>
          </p:nvSpPr>
          <p:spPr>
            <a:xfrm flipH="1">
              <a:off x="717320" y="-441847"/>
              <a:ext cx="647979" cy="18174"/>
            </a:xfrm>
            <a:custGeom>
              <a:avLst/>
              <a:gdLst/>
              <a:ahLst/>
              <a:cxnLst/>
              <a:rect l="l" t="t" r="r" b="b"/>
              <a:pathLst>
                <a:path w="5491" h="154" extrusionOk="0">
                  <a:moveTo>
                    <a:pt x="1383" y="0"/>
                  </a:moveTo>
                  <a:lnTo>
                    <a:pt x="1" y="77"/>
                  </a:lnTo>
                  <a:lnTo>
                    <a:pt x="1383" y="115"/>
                  </a:lnTo>
                  <a:lnTo>
                    <a:pt x="2727" y="154"/>
                  </a:lnTo>
                  <a:lnTo>
                    <a:pt x="4109" y="115"/>
                  </a:lnTo>
                  <a:lnTo>
                    <a:pt x="5491" y="77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5"/>
            <p:cNvSpPr/>
            <p:nvPr/>
          </p:nvSpPr>
          <p:spPr>
            <a:xfrm flipH="1">
              <a:off x="325266" y="-722376"/>
              <a:ext cx="1513210" cy="113408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45"/>
          <p:cNvGrpSpPr/>
          <p:nvPr/>
        </p:nvGrpSpPr>
        <p:grpSpPr>
          <a:xfrm flipH="1">
            <a:off x="6039630" y="3055511"/>
            <a:ext cx="1713324" cy="498358"/>
            <a:chOff x="3581728" y="2781311"/>
            <a:chExt cx="2399614" cy="698078"/>
          </a:xfrm>
        </p:grpSpPr>
        <p:sp>
          <p:nvSpPr>
            <p:cNvPr id="1161" name="Google Shape;1161;p45"/>
            <p:cNvSpPr/>
            <p:nvPr/>
          </p:nvSpPr>
          <p:spPr>
            <a:xfrm>
              <a:off x="3761264" y="2781311"/>
              <a:ext cx="2220078" cy="166383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5"/>
            <p:cNvSpPr/>
            <p:nvPr/>
          </p:nvSpPr>
          <p:spPr>
            <a:xfrm>
              <a:off x="3581728" y="2934187"/>
              <a:ext cx="2113948" cy="545202"/>
            </a:xfrm>
            <a:custGeom>
              <a:avLst/>
              <a:gdLst/>
              <a:ahLst/>
              <a:cxnLst/>
              <a:rect l="l" t="t" r="r" b="b"/>
              <a:pathLst>
                <a:path w="12210" h="3149" extrusionOk="0">
                  <a:moveTo>
                    <a:pt x="1267" y="1"/>
                  </a:moveTo>
                  <a:lnTo>
                    <a:pt x="999" y="116"/>
                  </a:lnTo>
                  <a:lnTo>
                    <a:pt x="730" y="270"/>
                  </a:lnTo>
                  <a:lnTo>
                    <a:pt x="500" y="461"/>
                  </a:lnTo>
                  <a:lnTo>
                    <a:pt x="269" y="692"/>
                  </a:lnTo>
                  <a:lnTo>
                    <a:pt x="154" y="961"/>
                  </a:lnTo>
                  <a:lnTo>
                    <a:pt x="39" y="1268"/>
                  </a:lnTo>
                  <a:lnTo>
                    <a:pt x="0" y="1575"/>
                  </a:lnTo>
                  <a:lnTo>
                    <a:pt x="39" y="1882"/>
                  </a:lnTo>
                  <a:lnTo>
                    <a:pt x="154" y="2189"/>
                  </a:lnTo>
                  <a:lnTo>
                    <a:pt x="269" y="2458"/>
                  </a:lnTo>
                  <a:lnTo>
                    <a:pt x="500" y="2688"/>
                  </a:lnTo>
                  <a:lnTo>
                    <a:pt x="730" y="2880"/>
                  </a:lnTo>
                  <a:lnTo>
                    <a:pt x="999" y="3034"/>
                  </a:lnTo>
                  <a:lnTo>
                    <a:pt x="1267" y="3149"/>
                  </a:lnTo>
                  <a:lnTo>
                    <a:pt x="12209" y="3149"/>
                  </a:lnTo>
                  <a:lnTo>
                    <a:pt x="122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5"/>
            <p:cNvSpPr/>
            <p:nvPr/>
          </p:nvSpPr>
          <p:spPr>
            <a:xfrm>
              <a:off x="3674699" y="2994091"/>
              <a:ext cx="2020976" cy="425566"/>
            </a:xfrm>
            <a:custGeom>
              <a:avLst/>
              <a:gdLst/>
              <a:ahLst/>
              <a:cxnLst/>
              <a:rect l="l" t="t" r="r" b="b"/>
              <a:pathLst>
                <a:path w="11673" h="2458" extrusionOk="0">
                  <a:moveTo>
                    <a:pt x="1229" y="0"/>
                  </a:moveTo>
                  <a:lnTo>
                    <a:pt x="999" y="39"/>
                  </a:lnTo>
                  <a:lnTo>
                    <a:pt x="769" y="77"/>
                  </a:lnTo>
                  <a:lnTo>
                    <a:pt x="538" y="192"/>
                  </a:lnTo>
                  <a:lnTo>
                    <a:pt x="385" y="346"/>
                  </a:lnTo>
                  <a:lnTo>
                    <a:pt x="231" y="538"/>
                  </a:lnTo>
                  <a:lnTo>
                    <a:pt x="116" y="768"/>
                  </a:lnTo>
                  <a:lnTo>
                    <a:pt x="39" y="998"/>
                  </a:lnTo>
                  <a:lnTo>
                    <a:pt x="1" y="1229"/>
                  </a:lnTo>
                  <a:lnTo>
                    <a:pt x="39" y="1459"/>
                  </a:lnTo>
                  <a:lnTo>
                    <a:pt x="116" y="1690"/>
                  </a:lnTo>
                  <a:lnTo>
                    <a:pt x="231" y="1920"/>
                  </a:lnTo>
                  <a:lnTo>
                    <a:pt x="385" y="2112"/>
                  </a:lnTo>
                  <a:lnTo>
                    <a:pt x="538" y="2265"/>
                  </a:lnTo>
                  <a:lnTo>
                    <a:pt x="769" y="2342"/>
                  </a:lnTo>
                  <a:lnTo>
                    <a:pt x="999" y="2419"/>
                  </a:lnTo>
                  <a:lnTo>
                    <a:pt x="1229" y="2457"/>
                  </a:lnTo>
                  <a:lnTo>
                    <a:pt x="11672" y="2457"/>
                  </a:lnTo>
                  <a:lnTo>
                    <a:pt x="11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5"/>
            <p:cNvSpPr/>
            <p:nvPr/>
          </p:nvSpPr>
          <p:spPr>
            <a:xfrm>
              <a:off x="5695474" y="2781311"/>
              <a:ext cx="285842" cy="212956"/>
            </a:xfrm>
            <a:custGeom>
              <a:avLst/>
              <a:gdLst/>
              <a:ahLst/>
              <a:cxnLst/>
              <a:rect l="l" t="t" r="r" b="b"/>
              <a:pathLst>
                <a:path w="1651" h="1230" extrusionOk="0">
                  <a:moveTo>
                    <a:pt x="1651" y="1"/>
                  </a:moveTo>
                  <a:lnTo>
                    <a:pt x="0" y="884"/>
                  </a:lnTo>
                  <a:lnTo>
                    <a:pt x="0" y="1229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5"/>
            <p:cNvSpPr/>
            <p:nvPr/>
          </p:nvSpPr>
          <p:spPr>
            <a:xfrm>
              <a:off x="5695474" y="3273181"/>
              <a:ext cx="285842" cy="206204"/>
            </a:xfrm>
            <a:custGeom>
              <a:avLst/>
              <a:gdLst/>
              <a:ahLst/>
              <a:cxnLst/>
              <a:rect l="l" t="t" r="r" b="b"/>
              <a:pathLst>
                <a:path w="1651" h="1191" extrusionOk="0">
                  <a:moveTo>
                    <a:pt x="1651" y="1"/>
                  </a:moveTo>
                  <a:lnTo>
                    <a:pt x="0" y="845"/>
                  </a:lnTo>
                  <a:lnTo>
                    <a:pt x="0" y="1191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5695474" y="2861125"/>
              <a:ext cx="252600" cy="558534"/>
            </a:xfrm>
            <a:custGeom>
              <a:avLst/>
              <a:gdLst/>
              <a:ahLst/>
              <a:cxnLst/>
              <a:rect l="l" t="t" r="r" b="b"/>
              <a:pathLst>
                <a:path w="1459" h="3226" extrusionOk="0">
                  <a:moveTo>
                    <a:pt x="1459" y="0"/>
                  </a:moveTo>
                  <a:lnTo>
                    <a:pt x="0" y="768"/>
                  </a:lnTo>
                  <a:lnTo>
                    <a:pt x="0" y="3225"/>
                  </a:lnTo>
                  <a:lnTo>
                    <a:pt x="1459" y="2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3987199" y="3120304"/>
              <a:ext cx="252773" cy="239446"/>
            </a:xfrm>
            <a:custGeom>
              <a:avLst/>
              <a:gdLst/>
              <a:ahLst/>
              <a:cxnLst/>
              <a:rect l="l" t="t" r="r" b="b"/>
              <a:pathLst>
                <a:path w="146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730" y="1152"/>
                  </a:lnTo>
                  <a:lnTo>
                    <a:pt x="1459" y="1344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5"/>
            <p:cNvSpPr/>
            <p:nvPr/>
          </p:nvSpPr>
          <p:spPr>
            <a:xfrm>
              <a:off x="4452400" y="3193540"/>
              <a:ext cx="950671" cy="26663"/>
            </a:xfrm>
            <a:custGeom>
              <a:avLst/>
              <a:gdLst/>
              <a:ahLst/>
              <a:cxnLst/>
              <a:rect l="l" t="t" r="r" b="b"/>
              <a:pathLst>
                <a:path w="5491" h="154" extrusionOk="0">
                  <a:moveTo>
                    <a:pt x="1383" y="0"/>
                  </a:moveTo>
                  <a:lnTo>
                    <a:pt x="1" y="77"/>
                  </a:lnTo>
                  <a:lnTo>
                    <a:pt x="1383" y="115"/>
                  </a:lnTo>
                  <a:lnTo>
                    <a:pt x="2727" y="154"/>
                  </a:lnTo>
                  <a:lnTo>
                    <a:pt x="4109" y="115"/>
                  </a:lnTo>
                  <a:lnTo>
                    <a:pt x="5491" y="77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3758184" y="2781311"/>
              <a:ext cx="2220078" cy="166383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45"/>
          <p:cNvGrpSpPr/>
          <p:nvPr/>
        </p:nvGrpSpPr>
        <p:grpSpPr>
          <a:xfrm>
            <a:off x="6476342" y="2630323"/>
            <a:ext cx="1653948" cy="484396"/>
            <a:chOff x="9279275" y="3310128"/>
            <a:chExt cx="1938977" cy="567873"/>
          </a:xfrm>
        </p:grpSpPr>
        <p:sp>
          <p:nvSpPr>
            <p:cNvPr id="1171" name="Google Shape;1171;p45"/>
            <p:cNvSpPr/>
            <p:nvPr/>
          </p:nvSpPr>
          <p:spPr>
            <a:xfrm flipH="1">
              <a:off x="9279275" y="3313969"/>
              <a:ext cx="1793906" cy="134434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5"/>
            <p:cNvSpPr/>
            <p:nvPr/>
          </p:nvSpPr>
          <p:spPr>
            <a:xfrm flipH="1">
              <a:off x="9510104" y="3437488"/>
              <a:ext cx="1708148" cy="440514"/>
            </a:xfrm>
            <a:custGeom>
              <a:avLst/>
              <a:gdLst/>
              <a:ahLst/>
              <a:cxnLst/>
              <a:rect l="l" t="t" r="r" b="b"/>
              <a:pathLst>
                <a:path w="12210" h="3149" extrusionOk="0">
                  <a:moveTo>
                    <a:pt x="1267" y="1"/>
                  </a:moveTo>
                  <a:lnTo>
                    <a:pt x="999" y="116"/>
                  </a:lnTo>
                  <a:lnTo>
                    <a:pt x="730" y="270"/>
                  </a:lnTo>
                  <a:lnTo>
                    <a:pt x="500" y="461"/>
                  </a:lnTo>
                  <a:lnTo>
                    <a:pt x="269" y="692"/>
                  </a:lnTo>
                  <a:lnTo>
                    <a:pt x="154" y="961"/>
                  </a:lnTo>
                  <a:lnTo>
                    <a:pt x="39" y="1268"/>
                  </a:lnTo>
                  <a:lnTo>
                    <a:pt x="0" y="1575"/>
                  </a:lnTo>
                  <a:lnTo>
                    <a:pt x="39" y="1882"/>
                  </a:lnTo>
                  <a:lnTo>
                    <a:pt x="154" y="2189"/>
                  </a:lnTo>
                  <a:lnTo>
                    <a:pt x="269" y="2458"/>
                  </a:lnTo>
                  <a:lnTo>
                    <a:pt x="500" y="2688"/>
                  </a:lnTo>
                  <a:lnTo>
                    <a:pt x="730" y="2880"/>
                  </a:lnTo>
                  <a:lnTo>
                    <a:pt x="999" y="3034"/>
                  </a:lnTo>
                  <a:lnTo>
                    <a:pt x="1267" y="3149"/>
                  </a:lnTo>
                  <a:lnTo>
                    <a:pt x="12209" y="3149"/>
                  </a:lnTo>
                  <a:lnTo>
                    <a:pt x="12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5"/>
            <p:cNvSpPr/>
            <p:nvPr/>
          </p:nvSpPr>
          <p:spPr>
            <a:xfrm flipH="1">
              <a:off x="9510105" y="3485888"/>
              <a:ext cx="1633024" cy="343850"/>
            </a:xfrm>
            <a:custGeom>
              <a:avLst/>
              <a:gdLst/>
              <a:ahLst/>
              <a:cxnLst/>
              <a:rect l="l" t="t" r="r" b="b"/>
              <a:pathLst>
                <a:path w="11673" h="2458" extrusionOk="0">
                  <a:moveTo>
                    <a:pt x="1229" y="0"/>
                  </a:moveTo>
                  <a:lnTo>
                    <a:pt x="999" y="39"/>
                  </a:lnTo>
                  <a:lnTo>
                    <a:pt x="769" y="77"/>
                  </a:lnTo>
                  <a:lnTo>
                    <a:pt x="538" y="192"/>
                  </a:lnTo>
                  <a:lnTo>
                    <a:pt x="385" y="346"/>
                  </a:lnTo>
                  <a:lnTo>
                    <a:pt x="231" y="538"/>
                  </a:lnTo>
                  <a:lnTo>
                    <a:pt x="116" y="768"/>
                  </a:lnTo>
                  <a:lnTo>
                    <a:pt x="39" y="998"/>
                  </a:lnTo>
                  <a:lnTo>
                    <a:pt x="1" y="1229"/>
                  </a:lnTo>
                  <a:lnTo>
                    <a:pt x="39" y="1459"/>
                  </a:lnTo>
                  <a:lnTo>
                    <a:pt x="116" y="1690"/>
                  </a:lnTo>
                  <a:lnTo>
                    <a:pt x="231" y="1920"/>
                  </a:lnTo>
                  <a:lnTo>
                    <a:pt x="385" y="2112"/>
                  </a:lnTo>
                  <a:lnTo>
                    <a:pt x="538" y="2265"/>
                  </a:lnTo>
                  <a:lnTo>
                    <a:pt x="769" y="2342"/>
                  </a:lnTo>
                  <a:lnTo>
                    <a:pt x="999" y="2419"/>
                  </a:lnTo>
                  <a:lnTo>
                    <a:pt x="1229" y="2457"/>
                  </a:lnTo>
                  <a:lnTo>
                    <a:pt x="11672" y="2457"/>
                  </a:lnTo>
                  <a:lnTo>
                    <a:pt x="1167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5"/>
            <p:cNvSpPr/>
            <p:nvPr/>
          </p:nvSpPr>
          <p:spPr>
            <a:xfrm flipH="1">
              <a:off x="9279297" y="3313969"/>
              <a:ext cx="230971" cy="172065"/>
            </a:xfrm>
            <a:custGeom>
              <a:avLst/>
              <a:gdLst/>
              <a:ahLst/>
              <a:cxnLst/>
              <a:rect l="l" t="t" r="r" b="b"/>
              <a:pathLst>
                <a:path w="1651" h="1230" extrusionOk="0">
                  <a:moveTo>
                    <a:pt x="1651" y="1"/>
                  </a:moveTo>
                  <a:lnTo>
                    <a:pt x="0" y="884"/>
                  </a:lnTo>
                  <a:lnTo>
                    <a:pt x="0" y="1229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5"/>
            <p:cNvSpPr/>
            <p:nvPr/>
          </p:nvSpPr>
          <p:spPr>
            <a:xfrm flipH="1">
              <a:off x="9279297" y="3711384"/>
              <a:ext cx="230971" cy="166609"/>
            </a:xfrm>
            <a:custGeom>
              <a:avLst/>
              <a:gdLst/>
              <a:ahLst/>
              <a:cxnLst/>
              <a:rect l="l" t="t" r="r" b="b"/>
              <a:pathLst>
                <a:path w="1651" h="1191" extrusionOk="0">
                  <a:moveTo>
                    <a:pt x="1651" y="1"/>
                  </a:moveTo>
                  <a:lnTo>
                    <a:pt x="0" y="845"/>
                  </a:lnTo>
                  <a:lnTo>
                    <a:pt x="0" y="1191"/>
                  </a:lnTo>
                  <a:lnTo>
                    <a:pt x="1651" y="346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5"/>
            <p:cNvSpPr/>
            <p:nvPr/>
          </p:nvSpPr>
          <p:spPr>
            <a:xfrm flipH="1">
              <a:off x="9306157" y="3378456"/>
              <a:ext cx="204110" cy="451285"/>
            </a:xfrm>
            <a:custGeom>
              <a:avLst/>
              <a:gdLst/>
              <a:ahLst/>
              <a:cxnLst/>
              <a:rect l="l" t="t" r="r" b="b"/>
              <a:pathLst>
                <a:path w="1459" h="3226" extrusionOk="0">
                  <a:moveTo>
                    <a:pt x="1459" y="0"/>
                  </a:moveTo>
                  <a:lnTo>
                    <a:pt x="0" y="768"/>
                  </a:lnTo>
                  <a:lnTo>
                    <a:pt x="0" y="3225"/>
                  </a:lnTo>
                  <a:lnTo>
                    <a:pt x="1459" y="2458"/>
                  </a:lnTo>
                  <a:lnTo>
                    <a:pt x="145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5"/>
            <p:cNvSpPr/>
            <p:nvPr/>
          </p:nvSpPr>
          <p:spPr>
            <a:xfrm flipH="1">
              <a:off x="10686366" y="3587865"/>
              <a:ext cx="204250" cy="193468"/>
            </a:xfrm>
            <a:custGeom>
              <a:avLst/>
              <a:gdLst/>
              <a:ahLst/>
              <a:cxnLst/>
              <a:rect l="l" t="t" r="r" b="b"/>
              <a:pathLst>
                <a:path w="146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730" y="1152"/>
                  </a:lnTo>
                  <a:lnTo>
                    <a:pt x="1459" y="1344"/>
                  </a:lnTo>
                  <a:lnTo>
                    <a:pt x="14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5"/>
            <p:cNvSpPr/>
            <p:nvPr/>
          </p:nvSpPr>
          <p:spPr>
            <a:xfrm flipH="1">
              <a:off x="9746540" y="3647037"/>
              <a:ext cx="768177" cy="21543"/>
            </a:xfrm>
            <a:custGeom>
              <a:avLst/>
              <a:gdLst/>
              <a:ahLst/>
              <a:cxnLst/>
              <a:rect l="l" t="t" r="r" b="b"/>
              <a:pathLst>
                <a:path w="5491" h="154" extrusionOk="0">
                  <a:moveTo>
                    <a:pt x="1383" y="0"/>
                  </a:moveTo>
                  <a:lnTo>
                    <a:pt x="1" y="77"/>
                  </a:lnTo>
                  <a:lnTo>
                    <a:pt x="1383" y="115"/>
                  </a:lnTo>
                  <a:lnTo>
                    <a:pt x="2727" y="154"/>
                  </a:lnTo>
                  <a:lnTo>
                    <a:pt x="4109" y="115"/>
                  </a:lnTo>
                  <a:lnTo>
                    <a:pt x="5491" y="77"/>
                  </a:lnTo>
                  <a:lnTo>
                    <a:pt x="41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5"/>
            <p:cNvSpPr/>
            <p:nvPr/>
          </p:nvSpPr>
          <p:spPr>
            <a:xfrm flipH="1">
              <a:off x="9281764" y="3310128"/>
              <a:ext cx="1793906" cy="134434"/>
            </a:xfrm>
            <a:custGeom>
              <a:avLst/>
              <a:gdLst/>
              <a:ahLst/>
              <a:cxnLst/>
              <a:rect l="l" t="t" r="r" b="b"/>
              <a:pathLst>
                <a:path w="12823" h="961" extrusionOk="0">
                  <a:moveTo>
                    <a:pt x="1920" y="1"/>
                  </a:moveTo>
                  <a:lnTo>
                    <a:pt x="0" y="961"/>
                  </a:lnTo>
                  <a:lnTo>
                    <a:pt x="11172" y="884"/>
                  </a:lnTo>
                  <a:lnTo>
                    <a:pt x="12823" y="1"/>
                  </a:lnTo>
                  <a:close/>
                </a:path>
              </a:pathLst>
            </a:custGeom>
            <a:solidFill>
              <a:srgbClr val="144356">
                <a:alpha val="37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0" name="Google Shape;1180;p45"/>
          <p:cNvGrpSpPr/>
          <p:nvPr/>
        </p:nvGrpSpPr>
        <p:grpSpPr>
          <a:xfrm>
            <a:off x="5581374" y="1360467"/>
            <a:ext cx="1088197" cy="2810130"/>
            <a:chOff x="3039253" y="219450"/>
            <a:chExt cx="688471" cy="1777888"/>
          </a:xfrm>
        </p:grpSpPr>
        <p:sp>
          <p:nvSpPr>
            <p:cNvPr id="1181" name="Google Shape;1181;p45"/>
            <p:cNvSpPr/>
            <p:nvPr/>
          </p:nvSpPr>
          <p:spPr>
            <a:xfrm>
              <a:off x="3135044" y="683395"/>
              <a:ext cx="240923" cy="186200"/>
            </a:xfrm>
            <a:custGeom>
              <a:avLst/>
              <a:gdLst/>
              <a:ahLst/>
              <a:cxnLst/>
              <a:rect l="l" t="t" r="r" b="b"/>
              <a:pathLst>
                <a:path w="6758" h="5223" extrusionOk="0">
                  <a:moveTo>
                    <a:pt x="6143" y="1"/>
                  </a:moveTo>
                  <a:lnTo>
                    <a:pt x="3571" y="2266"/>
                  </a:lnTo>
                  <a:lnTo>
                    <a:pt x="2074" y="615"/>
                  </a:lnTo>
                  <a:lnTo>
                    <a:pt x="1" y="1114"/>
                  </a:lnTo>
                  <a:lnTo>
                    <a:pt x="423" y="1805"/>
                  </a:lnTo>
                  <a:lnTo>
                    <a:pt x="845" y="2496"/>
                  </a:lnTo>
                  <a:lnTo>
                    <a:pt x="1383" y="3303"/>
                  </a:lnTo>
                  <a:lnTo>
                    <a:pt x="1959" y="4070"/>
                  </a:lnTo>
                  <a:lnTo>
                    <a:pt x="2496" y="4723"/>
                  </a:lnTo>
                  <a:lnTo>
                    <a:pt x="2765" y="4953"/>
                  </a:lnTo>
                  <a:lnTo>
                    <a:pt x="2995" y="5107"/>
                  </a:lnTo>
                  <a:lnTo>
                    <a:pt x="3187" y="5184"/>
                  </a:lnTo>
                  <a:lnTo>
                    <a:pt x="3302" y="5222"/>
                  </a:lnTo>
                  <a:lnTo>
                    <a:pt x="3379" y="5184"/>
                  </a:lnTo>
                  <a:lnTo>
                    <a:pt x="3725" y="4992"/>
                  </a:lnTo>
                  <a:lnTo>
                    <a:pt x="4224" y="4646"/>
                  </a:lnTo>
                  <a:lnTo>
                    <a:pt x="5375" y="3878"/>
                  </a:lnTo>
                  <a:lnTo>
                    <a:pt x="6758" y="2842"/>
                  </a:lnTo>
                  <a:lnTo>
                    <a:pt x="6143" y="1"/>
                  </a:lnTo>
                  <a:close/>
                </a:path>
              </a:pathLst>
            </a:custGeom>
            <a:solidFill>
              <a:srgbClr val="DD75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5"/>
            <p:cNvSpPr/>
            <p:nvPr/>
          </p:nvSpPr>
          <p:spPr>
            <a:xfrm>
              <a:off x="3084421" y="497268"/>
              <a:ext cx="231333" cy="109517"/>
            </a:xfrm>
            <a:custGeom>
              <a:avLst/>
              <a:gdLst/>
              <a:ahLst/>
              <a:cxnLst/>
              <a:rect l="l" t="t" r="r" b="b"/>
              <a:pathLst>
                <a:path w="6489" h="3072" extrusionOk="0">
                  <a:moveTo>
                    <a:pt x="614" y="1"/>
                  </a:moveTo>
                  <a:lnTo>
                    <a:pt x="0" y="346"/>
                  </a:lnTo>
                  <a:lnTo>
                    <a:pt x="922" y="1651"/>
                  </a:lnTo>
                  <a:lnTo>
                    <a:pt x="2150" y="3072"/>
                  </a:lnTo>
                  <a:lnTo>
                    <a:pt x="4262" y="2650"/>
                  </a:lnTo>
                  <a:lnTo>
                    <a:pt x="6488" y="576"/>
                  </a:lnTo>
                  <a:lnTo>
                    <a:pt x="5951" y="231"/>
                  </a:lnTo>
                  <a:lnTo>
                    <a:pt x="2419" y="1651"/>
                  </a:lnTo>
                  <a:lnTo>
                    <a:pt x="2265" y="1690"/>
                  </a:lnTo>
                  <a:lnTo>
                    <a:pt x="2150" y="1690"/>
                  </a:lnTo>
                  <a:lnTo>
                    <a:pt x="1997" y="1651"/>
                  </a:lnTo>
                  <a:lnTo>
                    <a:pt x="1920" y="1575"/>
                  </a:lnTo>
                  <a:lnTo>
                    <a:pt x="1881" y="1575"/>
                  </a:lnTo>
                  <a:lnTo>
                    <a:pt x="614" y="1"/>
                  </a:lnTo>
                  <a:close/>
                </a:path>
              </a:pathLst>
            </a:custGeom>
            <a:solidFill>
              <a:srgbClr val="E7D4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5"/>
            <p:cNvSpPr/>
            <p:nvPr/>
          </p:nvSpPr>
          <p:spPr>
            <a:xfrm>
              <a:off x="3076186" y="502758"/>
              <a:ext cx="106807" cy="314825"/>
            </a:xfrm>
            <a:custGeom>
              <a:avLst/>
              <a:gdLst/>
              <a:ahLst/>
              <a:cxnLst/>
              <a:rect l="l" t="t" r="r" b="b"/>
              <a:pathLst>
                <a:path w="2996" h="8831" extrusionOk="0">
                  <a:moveTo>
                    <a:pt x="1" y="0"/>
                  </a:moveTo>
                  <a:lnTo>
                    <a:pt x="1229" y="6911"/>
                  </a:lnTo>
                  <a:lnTo>
                    <a:pt x="2995" y="8830"/>
                  </a:lnTo>
                  <a:lnTo>
                    <a:pt x="2995" y="8830"/>
                  </a:lnTo>
                  <a:lnTo>
                    <a:pt x="1882" y="176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5"/>
            <p:cNvSpPr/>
            <p:nvPr/>
          </p:nvSpPr>
          <p:spPr>
            <a:xfrm>
              <a:off x="3274649" y="542436"/>
              <a:ext cx="157430" cy="265557"/>
            </a:xfrm>
            <a:custGeom>
              <a:avLst/>
              <a:gdLst/>
              <a:ahLst/>
              <a:cxnLst/>
              <a:rect l="l" t="t" r="r" b="b"/>
              <a:pathLst>
                <a:path w="4416" h="7449" extrusionOk="0">
                  <a:moveTo>
                    <a:pt x="4416" y="0"/>
                  </a:moveTo>
                  <a:lnTo>
                    <a:pt x="3955" y="269"/>
                  </a:lnTo>
                  <a:lnTo>
                    <a:pt x="3533" y="615"/>
                  </a:lnTo>
                  <a:lnTo>
                    <a:pt x="3034" y="1075"/>
                  </a:lnTo>
                  <a:lnTo>
                    <a:pt x="2266" y="1766"/>
                  </a:lnTo>
                  <a:lnTo>
                    <a:pt x="1268" y="2688"/>
                  </a:lnTo>
                  <a:lnTo>
                    <a:pt x="1" y="3840"/>
                  </a:lnTo>
                  <a:lnTo>
                    <a:pt x="346" y="4185"/>
                  </a:lnTo>
                  <a:lnTo>
                    <a:pt x="1076" y="5068"/>
                  </a:lnTo>
                  <a:lnTo>
                    <a:pt x="1536" y="5644"/>
                  </a:lnTo>
                  <a:lnTo>
                    <a:pt x="1997" y="6258"/>
                  </a:lnTo>
                  <a:lnTo>
                    <a:pt x="2381" y="6873"/>
                  </a:lnTo>
                  <a:lnTo>
                    <a:pt x="2688" y="7448"/>
                  </a:lnTo>
                  <a:lnTo>
                    <a:pt x="4262" y="5452"/>
                  </a:lnTo>
                  <a:lnTo>
                    <a:pt x="44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5"/>
            <p:cNvSpPr/>
            <p:nvPr/>
          </p:nvSpPr>
          <p:spPr>
            <a:xfrm>
              <a:off x="3100820" y="1908356"/>
              <a:ext cx="276501" cy="88982"/>
            </a:xfrm>
            <a:custGeom>
              <a:avLst/>
              <a:gdLst/>
              <a:ahLst/>
              <a:cxnLst/>
              <a:rect l="l" t="t" r="r" b="b"/>
              <a:pathLst>
                <a:path w="7756" h="2496" extrusionOk="0">
                  <a:moveTo>
                    <a:pt x="3072" y="0"/>
                  </a:moveTo>
                  <a:lnTo>
                    <a:pt x="2573" y="77"/>
                  </a:lnTo>
                  <a:lnTo>
                    <a:pt x="2151" y="231"/>
                  </a:lnTo>
                  <a:lnTo>
                    <a:pt x="1728" y="384"/>
                  </a:lnTo>
                  <a:lnTo>
                    <a:pt x="1383" y="576"/>
                  </a:lnTo>
                  <a:lnTo>
                    <a:pt x="1114" y="768"/>
                  </a:lnTo>
                  <a:lnTo>
                    <a:pt x="845" y="999"/>
                  </a:lnTo>
                  <a:lnTo>
                    <a:pt x="653" y="1229"/>
                  </a:lnTo>
                  <a:lnTo>
                    <a:pt x="462" y="1459"/>
                  </a:lnTo>
                  <a:lnTo>
                    <a:pt x="308" y="1690"/>
                  </a:lnTo>
                  <a:lnTo>
                    <a:pt x="116" y="2074"/>
                  </a:lnTo>
                  <a:lnTo>
                    <a:pt x="39" y="2381"/>
                  </a:lnTo>
                  <a:lnTo>
                    <a:pt x="1" y="2496"/>
                  </a:lnTo>
                  <a:lnTo>
                    <a:pt x="7718" y="2496"/>
                  </a:lnTo>
                  <a:lnTo>
                    <a:pt x="7756" y="1728"/>
                  </a:lnTo>
                  <a:lnTo>
                    <a:pt x="7718" y="960"/>
                  </a:lnTo>
                  <a:lnTo>
                    <a:pt x="7641" y="154"/>
                  </a:lnTo>
                  <a:lnTo>
                    <a:pt x="7487" y="116"/>
                  </a:lnTo>
                  <a:lnTo>
                    <a:pt x="6835" y="77"/>
                  </a:lnTo>
                  <a:lnTo>
                    <a:pt x="56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5"/>
            <p:cNvSpPr/>
            <p:nvPr/>
          </p:nvSpPr>
          <p:spPr>
            <a:xfrm>
              <a:off x="3230871" y="1875487"/>
              <a:ext cx="147841" cy="38359"/>
            </a:xfrm>
            <a:custGeom>
              <a:avLst/>
              <a:gdLst/>
              <a:ahLst/>
              <a:cxnLst/>
              <a:rect l="l" t="t" r="r" b="b"/>
              <a:pathLst>
                <a:path w="4147" h="1076" extrusionOk="0">
                  <a:moveTo>
                    <a:pt x="2611" y="1"/>
                  </a:moveTo>
                  <a:lnTo>
                    <a:pt x="1958" y="39"/>
                  </a:lnTo>
                  <a:lnTo>
                    <a:pt x="768" y="155"/>
                  </a:lnTo>
                  <a:lnTo>
                    <a:pt x="269" y="231"/>
                  </a:lnTo>
                  <a:lnTo>
                    <a:pt x="0" y="922"/>
                  </a:lnTo>
                  <a:lnTo>
                    <a:pt x="3993" y="1076"/>
                  </a:lnTo>
                  <a:lnTo>
                    <a:pt x="4146" y="231"/>
                  </a:lnTo>
                  <a:lnTo>
                    <a:pt x="3993" y="155"/>
                  </a:lnTo>
                  <a:lnTo>
                    <a:pt x="3762" y="78"/>
                  </a:lnTo>
                  <a:lnTo>
                    <a:pt x="3532" y="39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5"/>
            <p:cNvSpPr/>
            <p:nvPr/>
          </p:nvSpPr>
          <p:spPr>
            <a:xfrm>
              <a:off x="3039253" y="995473"/>
              <a:ext cx="416107" cy="654249"/>
            </a:xfrm>
            <a:custGeom>
              <a:avLst/>
              <a:gdLst/>
              <a:ahLst/>
              <a:cxnLst/>
              <a:rect l="l" t="t" r="r" b="b"/>
              <a:pathLst>
                <a:path w="11672" h="18352" extrusionOk="0">
                  <a:moveTo>
                    <a:pt x="11671" y="0"/>
                  </a:moveTo>
                  <a:lnTo>
                    <a:pt x="9214" y="154"/>
                  </a:lnTo>
                  <a:lnTo>
                    <a:pt x="9176" y="269"/>
                  </a:lnTo>
                  <a:lnTo>
                    <a:pt x="9061" y="499"/>
                  </a:lnTo>
                  <a:lnTo>
                    <a:pt x="8984" y="653"/>
                  </a:lnTo>
                  <a:lnTo>
                    <a:pt x="8869" y="806"/>
                  </a:lnTo>
                  <a:lnTo>
                    <a:pt x="8715" y="960"/>
                  </a:lnTo>
                  <a:lnTo>
                    <a:pt x="8485" y="1113"/>
                  </a:lnTo>
                  <a:lnTo>
                    <a:pt x="8293" y="1267"/>
                  </a:lnTo>
                  <a:lnTo>
                    <a:pt x="7986" y="1536"/>
                  </a:lnTo>
                  <a:lnTo>
                    <a:pt x="6949" y="2534"/>
                  </a:lnTo>
                  <a:lnTo>
                    <a:pt x="5605" y="3839"/>
                  </a:lnTo>
                  <a:lnTo>
                    <a:pt x="4147" y="5413"/>
                  </a:lnTo>
                  <a:lnTo>
                    <a:pt x="2688" y="6987"/>
                  </a:lnTo>
                  <a:lnTo>
                    <a:pt x="1382" y="8485"/>
                  </a:lnTo>
                  <a:lnTo>
                    <a:pt x="845" y="9137"/>
                  </a:lnTo>
                  <a:lnTo>
                    <a:pt x="461" y="9713"/>
                  </a:lnTo>
                  <a:lnTo>
                    <a:pt x="154" y="10136"/>
                  </a:lnTo>
                  <a:lnTo>
                    <a:pt x="77" y="10327"/>
                  </a:lnTo>
                  <a:lnTo>
                    <a:pt x="39" y="10481"/>
                  </a:lnTo>
                  <a:lnTo>
                    <a:pt x="0" y="10750"/>
                  </a:lnTo>
                  <a:lnTo>
                    <a:pt x="77" y="11095"/>
                  </a:lnTo>
                  <a:lnTo>
                    <a:pt x="231" y="11518"/>
                  </a:lnTo>
                  <a:lnTo>
                    <a:pt x="461" y="11940"/>
                  </a:lnTo>
                  <a:lnTo>
                    <a:pt x="768" y="12439"/>
                  </a:lnTo>
                  <a:lnTo>
                    <a:pt x="1114" y="12977"/>
                  </a:lnTo>
                  <a:lnTo>
                    <a:pt x="1536" y="13514"/>
                  </a:lnTo>
                  <a:lnTo>
                    <a:pt x="2035" y="14051"/>
                  </a:lnTo>
                  <a:lnTo>
                    <a:pt x="2534" y="14627"/>
                  </a:lnTo>
                  <a:lnTo>
                    <a:pt x="3110" y="15203"/>
                  </a:lnTo>
                  <a:lnTo>
                    <a:pt x="3724" y="15779"/>
                  </a:lnTo>
                  <a:lnTo>
                    <a:pt x="4338" y="16355"/>
                  </a:lnTo>
                  <a:lnTo>
                    <a:pt x="5030" y="16892"/>
                  </a:lnTo>
                  <a:lnTo>
                    <a:pt x="5721" y="17392"/>
                  </a:lnTo>
                  <a:lnTo>
                    <a:pt x="6412" y="17891"/>
                  </a:lnTo>
                  <a:lnTo>
                    <a:pt x="7141" y="18351"/>
                  </a:lnTo>
                  <a:lnTo>
                    <a:pt x="9137" y="15318"/>
                  </a:lnTo>
                  <a:lnTo>
                    <a:pt x="6527" y="11441"/>
                  </a:lnTo>
                  <a:lnTo>
                    <a:pt x="9214" y="8984"/>
                  </a:lnTo>
                  <a:lnTo>
                    <a:pt x="11671" y="2764"/>
                  </a:lnTo>
                  <a:lnTo>
                    <a:pt x="116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5"/>
            <p:cNvSpPr/>
            <p:nvPr/>
          </p:nvSpPr>
          <p:spPr>
            <a:xfrm>
              <a:off x="3039253" y="1296571"/>
              <a:ext cx="95827" cy="158785"/>
            </a:xfrm>
            <a:custGeom>
              <a:avLst/>
              <a:gdLst/>
              <a:ahLst/>
              <a:cxnLst/>
              <a:rect l="l" t="t" r="r" b="b"/>
              <a:pathLst>
                <a:path w="2688" h="4454" extrusionOk="0">
                  <a:moveTo>
                    <a:pt x="1421" y="0"/>
                  </a:moveTo>
                  <a:lnTo>
                    <a:pt x="883" y="653"/>
                  </a:lnTo>
                  <a:lnTo>
                    <a:pt x="461" y="1229"/>
                  </a:lnTo>
                  <a:lnTo>
                    <a:pt x="154" y="1690"/>
                  </a:lnTo>
                  <a:lnTo>
                    <a:pt x="77" y="1881"/>
                  </a:lnTo>
                  <a:lnTo>
                    <a:pt x="39" y="2035"/>
                  </a:lnTo>
                  <a:lnTo>
                    <a:pt x="0" y="2227"/>
                  </a:lnTo>
                  <a:lnTo>
                    <a:pt x="39" y="2457"/>
                  </a:lnTo>
                  <a:lnTo>
                    <a:pt x="115" y="2726"/>
                  </a:lnTo>
                  <a:lnTo>
                    <a:pt x="231" y="3033"/>
                  </a:lnTo>
                  <a:lnTo>
                    <a:pt x="384" y="3379"/>
                  </a:lnTo>
                  <a:lnTo>
                    <a:pt x="576" y="3724"/>
                  </a:lnTo>
                  <a:lnTo>
                    <a:pt x="1075" y="4454"/>
                  </a:lnTo>
                  <a:lnTo>
                    <a:pt x="1421" y="4300"/>
                  </a:lnTo>
                  <a:lnTo>
                    <a:pt x="1728" y="4070"/>
                  </a:lnTo>
                  <a:lnTo>
                    <a:pt x="1997" y="3839"/>
                  </a:lnTo>
                  <a:lnTo>
                    <a:pt x="2227" y="3571"/>
                  </a:lnTo>
                  <a:lnTo>
                    <a:pt x="2419" y="3225"/>
                  </a:lnTo>
                  <a:lnTo>
                    <a:pt x="2572" y="2880"/>
                  </a:lnTo>
                  <a:lnTo>
                    <a:pt x="2649" y="2534"/>
                  </a:lnTo>
                  <a:lnTo>
                    <a:pt x="2688" y="2150"/>
                  </a:lnTo>
                  <a:lnTo>
                    <a:pt x="2649" y="1805"/>
                  </a:lnTo>
                  <a:lnTo>
                    <a:pt x="2572" y="1459"/>
                  </a:lnTo>
                  <a:lnTo>
                    <a:pt x="2457" y="1152"/>
                  </a:lnTo>
                  <a:lnTo>
                    <a:pt x="2342" y="883"/>
                  </a:lnTo>
                  <a:lnTo>
                    <a:pt x="2150" y="615"/>
                  </a:lnTo>
                  <a:lnTo>
                    <a:pt x="1920" y="384"/>
                  </a:lnTo>
                  <a:lnTo>
                    <a:pt x="1689" y="154"/>
                  </a:lnTo>
                  <a:lnTo>
                    <a:pt x="142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5"/>
            <p:cNvSpPr/>
            <p:nvPr/>
          </p:nvSpPr>
          <p:spPr>
            <a:xfrm>
              <a:off x="3247270" y="1364983"/>
              <a:ext cx="26060" cy="38359"/>
            </a:xfrm>
            <a:custGeom>
              <a:avLst/>
              <a:gdLst/>
              <a:ahLst/>
              <a:cxnLst/>
              <a:rect l="l" t="t" r="r" b="b"/>
              <a:pathLst>
                <a:path w="731" h="1076" extrusionOk="0">
                  <a:moveTo>
                    <a:pt x="1" y="1"/>
                  </a:moveTo>
                  <a:lnTo>
                    <a:pt x="653" y="1076"/>
                  </a:lnTo>
                  <a:lnTo>
                    <a:pt x="730" y="1076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5"/>
            <p:cNvSpPr/>
            <p:nvPr/>
          </p:nvSpPr>
          <p:spPr>
            <a:xfrm>
              <a:off x="3214436" y="1217179"/>
              <a:ext cx="162885" cy="292936"/>
            </a:xfrm>
            <a:custGeom>
              <a:avLst/>
              <a:gdLst/>
              <a:ahLst/>
              <a:cxnLst/>
              <a:rect l="l" t="t" r="r" b="b"/>
              <a:pathLst>
                <a:path w="4569" h="8217" extrusionOk="0">
                  <a:moveTo>
                    <a:pt x="4492" y="1"/>
                  </a:moveTo>
                  <a:lnTo>
                    <a:pt x="3840" y="615"/>
                  </a:lnTo>
                  <a:lnTo>
                    <a:pt x="2381" y="1959"/>
                  </a:lnTo>
                  <a:lnTo>
                    <a:pt x="1574" y="2726"/>
                  </a:lnTo>
                  <a:lnTo>
                    <a:pt x="845" y="3456"/>
                  </a:lnTo>
                  <a:lnTo>
                    <a:pt x="307" y="4032"/>
                  </a:lnTo>
                  <a:lnTo>
                    <a:pt x="116" y="4262"/>
                  </a:lnTo>
                  <a:lnTo>
                    <a:pt x="39" y="4416"/>
                  </a:lnTo>
                  <a:lnTo>
                    <a:pt x="0" y="4608"/>
                  </a:lnTo>
                  <a:lnTo>
                    <a:pt x="39" y="4800"/>
                  </a:lnTo>
                  <a:lnTo>
                    <a:pt x="77" y="5030"/>
                  </a:lnTo>
                  <a:lnTo>
                    <a:pt x="269" y="5529"/>
                  </a:lnTo>
                  <a:lnTo>
                    <a:pt x="691" y="6450"/>
                  </a:lnTo>
                  <a:lnTo>
                    <a:pt x="1191" y="7295"/>
                  </a:lnTo>
                  <a:lnTo>
                    <a:pt x="1728" y="8216"/>
                  </a:lnTo>
                  <a:lnTo>
                    <a:pt x="1805" y="8140"/>
                  </a:lnTo>
                  <a:lnTo>
                    <a:pt x="1728" y="8024"/>
                  </a:lnTo>
                  <a:lnTo>
                    <a:pt x="1344" y="7372"/>
                  </a:lnTo>
                  <a:lnTo>
                    <a:pt x="807" y="6412"/>
                  </a:lnTo>
                  <a:lnTo>
                    <a:pt x="538" y="5875"/>
                  </a:lnTo>
                  <a:lnTo>
                    <a:pt x="307" y="5375"/>
                  </a:lnTo>
                  <a:lnTo>
                    <a:pt x="154" y="4915"/>
                  </a:lnTo>
                  <a:lnTo>
                    <a:pt x="116" y="4608"/>
                  </a:lnTo>
                  <a:lnTo>
                    <a:pt x="116" y="4454"/>
                  </a:lnTo>
                  <a:lnTo>
                    <a:pt x="192" y="4300"/>
                  </a:lnTo>
                  <a:lnTo>
                    <a:pt x="384" y="4108"/>
                  </a:lnTo>
                  <a:lnTo>
                    <a:pt x="845" y="3609"/>
                  </a:lnTo>
                  <a:lnTo>
                    <a:pt x="1459" y="2995"/>
                  </a:lnTo>
                  <a:lnTo>
                    <a:pt x="2841" y="1651"/>
                  </a:lnTo>
                  <a:lnTo>
                    <a:pt x="4070" y="538"/>
                  </a:lnTo>
                  <a:lnTo>
                    <a:pt x="4415" y="193"/>
                  </a:lnTo>
                  <a:lnTo>
                    <a:pt x="4569" y="77"/>
                  </a:lnTo>
                  <a:lnTo>
                    <a:pt x="449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5"/>
            <p:cNvSpPr/>
            <p:nvPr/>
          </p:nvSpPr>
          <p:spPr>
            <a:xfrm>
              <a:off x="3284239" y="1421095"/>
              <a:ext cx="80783" cy="227233"/>
            </a:xfrm>
            <a:custGeom>
              <a:avLst/>
              <a:gdLst/>
              <a:ahLst/>
              <a:cxnLst/>
              <a:rect l="l" t="t" r="r" b="b"/>
              <a:pathLst>
                <a:path w="2266" h="6374" extrusionOk="0">
                  <a:moveTo>
                    <a:pt x="231" y="6374"/>
                  </a:move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close/>
                  <a:moveTo>
                    <a:pt x="231" y="6374"/>
                  </a:move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lnTo>
                    <a:pt x="231" y="6374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2265" y="3379"/>
                  </a:lnTo>
                  <a:lnTo>
                    <a:pt x="2265" y="3379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3C1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5"/>
            <p:cNvSpPr/>
            <p:nvPr/>
          </p:nvSpPr>
          <p:spPr>
            <a:xfrm>
              <a:off x="3167913" y="1421095"/>
              <a:ext cx="197109" cy="228623"/>
            </a:xfrm>
            <a:custGeom>
              <a:avLst/>
              <a:gdLst/>
              <a:ahLst/>
              <a:cxnLst/>
              <a:rect l="l" t="t" r="r" b="b"/>
              <a:pathLst>
                <a:path w="5529" h="6413" extrusionOk="0">
                  <a:moveTo>
                    <a:pt x="3263" y="1"/>
                  </a:moveTo>
                  <a:lnTo>
                    <a:pt x="2879" y="577"/>
                  </a:lnTo>
                  <a:lnTo>
                    <a:pt x="2380" y="1191"/>
                  </a:lnTo>
                  <a:lnTo>
                    <a:pt x="3033" y="2304"/>
                  </a:lnTo>
                  <a:lnTo>
                    <a:pt x="3110" y="2420"/>
                  </a:lnTo>
                  <a:lnTo>
                    <a:pt x="3033" y="2496"/>
                  </a:lnTo>
                  <a:lnTo>
                    <a:pt x="2803" y="2151"/>
                  </a:lnTo>
                  <a:lnTo>
                    <a:pt x="2304" y="1268"/>
                  </a:lnTo>
                  <a:lnTo>
                    <a:pt x="1728" y="1959"/>
                  </a:lnTo>
                  <a:lnTo>
                    <a:pt x="1113" y="2612"/>
                  </a:lnTo>
                  <a:lnTo>
                    <a:pt x="0" y="3725"/>
                  </a:lnTo>
                  <a:lnTo>
                    <a:pt x="806" y="4454"/>
                  </a:lnTo>
                  <a:lnTo>
                    <a:pt x="1689" y="5145"/>
                  </a:lnTo>
                  <a:lnTo>
                    <a:pt x="2572" y="5798"/>
                  </a:lnTo>
                  <a:lnTo>
                    <a:pt x="3494" y="6374"/>
                  </a:lnTo>
                  <a:lnTo>
                    <a:pt x="3532" y="6412"/>
                  </a:lnTo>
                  <a:lnTo>
                    <a:pt x="5528" y="3379"/>
                  </a:lnTo>
                  <a:lnTo>
                    <a:pt x="326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5"/>
            <p:cNvSpPr/>
            <p:nvPr/>
          </p:nvSpPr>
          <p:spPr>
            <a:xfrm>
              <a:off x="3250015" y="1463554"/>
              <a:ext cx="28770" cy="46559"/>
            </a:xfrm>
            <a:custGeom>
              <a:avLst/>
              <a:gdLst/>
              <a:ahLst/>
              <a:cxnLst/>
              <a:rect l="l" t="t" r="r" b="b"/>
              <a:pathLst>
                <a:path w="807" h="1306" extrusionOk="0">
                  <a:moveTo>
                    <a:pt x="77" y="0"/>
                  </a:moveTo>
                  <a:lnTo>
                    <a:pt x="1" y="77"/>
                  </a:lnTo>
                  <a:lnTo>
                    <a:pt x="500" y="960"/>
                  </a:lnTo>
                  <a:lnTo>
                    <a:pt x="730" y="1305"/>
                  </a:lnTo>
                  <a:lnTo>
                    <a:pt x="807" y="1229"/>
                  </a:lnTo>
                  <a:lnTo>
                    <a:pt x="730" y="1113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5"/>
            <p:cNvSpPr/>
            <p:nvPr/>
          </p:nvSpPr>
          <p:spPr>
            <a:xfrm>
              <a:off x="3304773" y="1315715"/>
              <a:ext cx="62994" cy="57539"/>
            </a:xfrm>
            <a:custGeom>
              <a:avLst/>
              <a:gdLst/>
              <a:ahLst/>
              <a:cxnLst/>
              <a:rect l="l" t="t" r="r" b="b"/>
              <a:pathLst>
                <a:path w="1767" h="1614" extrusionOk="0">
                  <a:moveTo>
                    <a:pt x="1766" y="1"/>
                  </a:moveTo>
                  <a:lnTo>
                    <a:pt x="0" y="1613"/>
                  </a:lnTo>
                  <a:lnTo>
                    <a:pt x="0" y="1613"/>
                  </a:lnTo>
                  <a:lnTo>
                    <a:pt x="0" y="1613"/>
                  </a:lnTo>
                  <a:lnTo>
                    <a:pt x="1766" y="1"/>
                  </a:lnTo>
                  <a:lnTo>
                    <a:pt x="1766" y="1"/>
                  </a:lnTo>
                  <a:close/>
                </a:path>
              </a:pathLst>
            </a:custGeom>
            <a:solidFill>
              <a:srgbClr val="93C1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5"/>
            <p:cNvSpPr/>
            <p:nvPr/>
          </p:nvSpPr>
          <p:spPr>
            <a:xfrm>
              <a:off x="3304773" y="1203489"/>
              <a:ext cx="95827" cy="169765"/>
            </a:xfrm>
            <a:custGeom>
              <a:avLst/>
              <a:gdLst/>
              <a:ahLst/>
              <a:cxnLst/>
              <a:rect l="l" t="t" r="r" b="b"/>
              <a:pathLst>
                <a:path w="2688" h="4762" extrusionOk="0">
                  <a:moveTo>
                    <a:pt x="2150" y="1"/>
                  </a:moveTo>
                  <a:lnTo>
                    <a:pt x="1881" y="461"/>
                  </a:lnTo>
                  <a:lnTo>
                    <a:pt x="1958" y="385"/>
                  </a:lnTo>
                  <a:lnTo>
                    <a:pt x="2035" y="461"/>
                  </a:lnTo>
                  <a:lnTo>
                    <a:pt x="1881" y="577"/>
                  </a:lnTo>
                  <a:lnTo>
                    <a:pt x="1766" y="730"/>
                  </a:lnTo>
                  <a:lnTo>
                    <a:pt x="1459" y="1344"/>
                  </a:lnTo>
                  <a:lnTo>
                    <a:pt x="1037" y="2227"/>
                  </a:lnTo>
                  <a:lnTo>
                    <a:pt x="538" y="3379"/>
                  </a:lnTo>
                  <a:lnTo>
                    <a:pt x="0" y="4761"/>
                  </a:lnTo>
                  <a:lnTo>
                    <a:pt x="1766" y="3149"/>
                  </a:lnTo>
                  <a:lnTo>
                    <a:pt x="2688" y="807"/>
                  </a:lnTo>
                  <a:lnTo>
                    <a:pt x="215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45"/>
            <p:cNvSpPr/>
            <p:nvPr/>
          </p:nvSpPr>
          <p:spPr>
            <a:xfrm>
              <a:off x="3177467" y="999573"/>
              <a:ext cx="509189" cy="884191"/>
            </a:xfrm>
            <a:custGeom>
              <a:avLst/>
              <a:gdLst/>
              <a:ahLst/>
              <a:cxnLst/>
              <a:rect l="l" t="t" r="r" b="b"/>
              <a:pathLst>
                <a:path w="14283" h="24802" extrusionOk="0">
                  <a:moveTo>
                    <a:pt x="9292" y="0"/>
                  </a:moveTo>
                  <a:lnTo>
                    <a:pt x="8639" y="77"/>
                  </a:lnTo>
                  <a:lnTo>
                    <a:pt x="7986" y="154"/>
                  </a:lnTo>
                  <a:lnTo>
                    <a:pt x="7295" y="307"/>
                  </a:lnTo>
                  <a:lnTo>
                    <a:pt x="6643" y="538"/>
                  </a:lnTo>
                  <a:lnTo>
                    <a:pt x="6451" y="1037"/>
                  </a:lnTo>
                  <a:lnTo>
                    <a:pt x="6259" y="1498"/>
                  </a:lnTo>
                  <a:lnTo>
                    <a:pt x="6143" y="1958"/>
                  </a:lnTo>
                  <a:lnTo>
                    <a:pt x="6028" y="2419"/>
                  </a:lnTo>
                  <a:lnTo>
                    <a:pt x="5875" y="3225"/>
                  </a:lnTo>
                  <a:lnTo>
                    <a:pt x="5836" y="3878"/>
                  </a:lnTo>
                  <a:lnTo>
                    <a:pt x="5836" y="4454"/>
                  </a:lnTo>
                  <a:lnTo>
                    <a:pt x="5836" y="4876"/>
                  </a:lnTo>
                  <a:lnTo>
                    <a:pt x="5913" y="5222"/>
                  </a:lnTo>
                  <a:lnTo>
                    <a:pt x="3533" y="11979"/>
                  </a:lnTo>
                  <a:lnTo>
                    <a:pt x="2995" y="13591"/>
                  </a:lnTo>
                  <a:lnTo>
                    <a:pt x="2419" y="15587"/>
                  </a:lnTo>
                  <a:lnTo>
                    <a:pt x="1844" y="17699"/>
                  </a:lnTo>
                  <a:lnTo>
                    <a:pt x="1268" y="19810"/>
                  </a:lnTo>
                  <a:lnTo>
                    <a:pt x="385" y="23342"/>
                  </a:lnTo>
                  <a:lnTo>
                    <a:pt x="1" y="24801"/>
                  </a:lnTo>
                  <a:lnTo>
                    <a:pt x="6259" y="24801"/>
                  </a:lnTo>
                  <a:lnTo>
                    <a:pt x="7026" y="22344"/>
                  </a:lnTo>
                  <a:lnTo>
                    <a:pt x="8792" y="16816"/>
                  </a:lnTo>
                  <a:lnTo>
                    <a:pt x="9791" y="13745"/>
                  </a:lnTo>
                  <a:lnTo>
                    <a:pt x="10750" y="10865"/>
                  </a:lnTo>
                  <a:lnTo>
                    <a:pt x="11557" y="8600"/>
                  </a:lnTo>
                  <a:lnTo>
                    <a:pt x="11864" y="7794"/>
                  </a:lnTo>
                  <a:lnTo>
                    <a:pt x="12094" y="7256"/>
                  </a:lnTo>
                  <a:lnTo>
                    <a:pt x="12478" y="6373"/>
                  </a:lnTo>
                  <a:lnTo>
                    <a:pt x="12862" y="5337"/>
                  </a:lnTo>
                  <a:lnTo>
                    <a:pt x="13246" y="4262"/>
                  </a:lnTo>
                  <a:lnTo>
                    <a:pt x="13553" y="3187"/>
                  </a:lnTo>
                  <a:lnTo>
                    <a:pt x="14052" y="1421"/>
                  </a:lnTo>
                  <a:lnTo>
                    <a:pt x="14283" y="691"/>
                  </a:lnTo>
                  <a:lnTo>
                    <a:pt x="13553" y="499"/>
                  </a:lnTo>
                  <a:lnTo>
                    <a:pt x="12785" y="307"/>
                  </a:lnTo>
                  <a:lnTo>
                    <a:pt x="11749" y="154"/>
                  </a:lnTo>
                  <a:lnTo>
                    <a:pt x="11173" y="77"/>
                  </a:lnTo>
                  <a:lnTo>
                    <a:pt x="1059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45"/>
            <p:cNvSpPr/>
            <p:nvPr/>
          </p:nvSpPr>
          <p:spPr>
            <a:xfrm>
              <a:off x="3255505" y="1423840"/>
              <a:ext cx="139641" cy="177965"/>
            </a:xfrm>
            <a:custGeom>
              <a:avLst/>
              <a:gdLst/>
              <a:ahLst/>
              <a:cxnLst/>
              <a:rect l="l" t="t" r="r" b="b"/>
              <a:pathLst>
                <a:path w="3917" h="4992" extrusionOk="0">
                  <a:moveTo>
                    <a:pt x="1421" y="1"/>
                  </a:moveTo>
                  <a:lnTo>
                    <a:pt x="1382" y="39"/>
                  </a:lnTo>
                  <a:lnTo>
                    <a:pt x="1344" y="78"/>
                  </a:lnTo>
                  <a:lnTo>
                    <a:pt x="1037" y="999"/>
                  </a:lnTo>
                  <a:lnTo>
                    <a:pt x="691" y="2074"/>
                  </a:lnTo>
                  <a:lnTo>
                    <a:pt x="0" y="4531"/>
                  </a:lnTo>
                  <a:lnTo>
                    <a:pt x="307" y="4723"/>
                  </a:lnTo>
                  <a:lnTo>
                    <a:pt x="653" y="4876"/>
                  </a:lnTo>
                  <a:lnTo>
                    <a:pt x="1037" y="4953"/>
                  </a:lnTo>
                  <a:lnTo>
                    <a:pt x="1421" y="4992"/>
                  </a:lnTo>
                  <a:lnTo>
                    <a:pt x="1689" y="4953"/>
                  </a:lnTo>
                  <a:lnTo>
                    <a:pt x="1920" y="4953"/>
                  </a:lnTo>
                  <a:lnTo>
                    <a:pt x="2150" y="4876"/>
                  </a:lnTo>
                  <a:lnTo>
                    <a:pt x="2380" y="4800"/>
                  </a:lnTo>
                  <a:lnTo>
                    <a:pt x="2611" y="4685"/>
                  </a:lnTo>
                  <a:lnTo>
                    <a:pt x="2803" y="4569"/>
                  </a:lnTo>
                  <a:lnTo>
                    <a:pt x="3187" y="4262"/>
                  </a:lnTo>
                  <a:lnTo>
                    <a:pt x="3494" y="3878"/>
                  </a:lnTo>
                  <a:lnTo>
                    <a:pt x="3609" y="3686"/>
                  </a:lnTo>
                  <a:lnTo>
                    <a:pt x="3724" y="3456"/>
                  </a:lnTo>
                  <a:lnTo>
                    <a:pt x="3801" y="3226"/>
                  </a:lnTo>
                  <a:lnTo>
                    <a:pt x="3878" y="2995"/>
                  </a:lnTo>
                  <a:lnTo>
                    <a:pt x="3916" y="2765"/>
                  </a:lnTo>
                  <a:lnTo>
                    <a:pt x="3916" y="2496"/>
                  </a:lnTo>
                  <a:lnTo>
                    <a:pt x="3916" y="2266"/>
                  </a:lnTo>
                  <a:lnTo>
                    <a:pt x="3878" y="1997"/>
                  </a:lnTo>
                  <a:lnTo>
                    <a:pt x="3801" y="1767"/>
                  </a:lnTo>
                  <a:lnTo>
                    <a:pt x="3724" y="1536"/>
                  </a:lnTo>
                  <a:lnTo>
                    <a:pt x="3609" y="1306"/>
                  </a:lnTo>
                  <a:lnTo>
                    <a:pt x="3494" y="1114"/>
                  </a:lnTo>
                  <a:lnTo>
                    <a:pt x="3187" y="730"/>
                  </a:lnTo>
                  <a:lnTo>
                    <a:pt x="2803" y="423"/>
                  </a:lnTo>
                  <a:lnTo>
                    <a:pt x="2611" y="308"/>
                  </a:lnTo>
                  <a:lnTo>
                    <a:pt x="2380" y="231"/>
                  </a:lnTo>
                  <a:lnTo>
                    <a:pt x="2150" y="116"/>
                  </a:lnTo>
                  <a:lnTo>
                    <a:pt x="1920" y="78"/>
                  </a:lnTo>
                  <a:lnTo>
                    <a:pt x="1689" y="39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5"/>
            <p:cNvSpPr/>
            <p:nvPr/>
          </p:nvSpPr>
          <p:spPr>
            <a:xfrm>
              <a:off x="3177467" y="1801585"/>
              <a:ext cx="249158" cy="82173"/>
            </a:xfrm>
            <a:custGeom>
              <a:avLst/>
              <a:gdLst/>
              <a:ahLst/>
              <a:cxnLst/>
              <a:rect l="l" t="t" r="r" b="b"/>
              <a:pathLst>
                <a:path w="6989" h="2305" extrusionOk="0">
                  <a:moveTo>
                    <a:pt x="577" y="1"/>
                  </a:moveTo>
                  <a:lnTo>
                    <a:pt x="1" y="2304"/>
                  </a:lnTo>
                  <a:lnTo>
                    <a:pt x="6259" y="2304"/>
                  </a:lnTo>
                  <a:lnTo>
                    <a:pt x="698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5"/>
            <p:cNvSpPr/>
            <p:nvPr/>
          </p:nvSpPr>
          <p:spPr>
            <a:xfrm>
              <a:off x="3385520" y="1007772"/>
              <a:ext cx="64348" cy="177965"/>
            </a:xfrm>
            <a:custGeom>
              <a:avLst/>
              <a:gdLst/>
              <a:ahLst/>
              <a:cxnLst/>
              <a:rect l="l" t="t" r="r" b="b"/>
              <a:pathLst>
                <a:path w="1805" h="4992" extrusionOk="0">
                  <a:moveTo>
                    <a:pt x="1805" y="1"/>
                  </a:moveTo>
                  <a:lnTo>
                    <a:pt x="1306" y="116"/>
                  </a:lnTo>
                  <a:lnTo>
                    <a:pt x="807" y="308"/>
                  </a:lnTo>
                  <a:lnTo>
                    <a:pt x="615" y="807"/>
                  </a:lnTo>
                  <a:lnTo>
                    <a:pt x="423" y="1268"/>
                  </a:lnTo>
                  <a:lnTo>
                    <a:pt x="307" y="1728"/>
                  </a:lnTo>
                  <a:lnTo>
                    <a:pt x="192" y="2189"/>
                  </a:lnTo>
                  <a:lnTo>
                    <a:pt x="39" y="2995"/>
                  </a:lnTo>
                  <a:lnTo>
                    <a:pt x="0" y="3648"/>
                  </a:lnTo>
                  <a:lnTo>
                    <a:pt x="0" y="4224"/>
                  </a:lnTo>
                  <a:lnTo>
                    <a:pt x="0" y="4646"/>
                  </a:lnTo>
                  <a:lnTo>
                    <a:pt x="77" y="4992"/>
                  </a:lnTo>
                  <a:lnTo>
                    <a:pt x="730" y="2957"/>
                  </a:lnTo>
                  <a:lnTo>
                    <a:pt x="1306" y="1306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5"/>
            <p:cNvSpPr/>
            <p:nvPr/>
          </p:nvSpPr>
          <p:spPr>
            <a:xfrm>
              <a:off x="3367731" y="502758"/>
              <a:ext cx="358603" cy="532433"/>
            </a:xfrm>
            <a:custGeom>
              <a:avLst/>
              <a:gdLst/>
              <a:ahLst/>
              <a:cxnLst/>
              <a:rect l="l" t="t" r="r" b="b"/>
              <a:pathLst>
                <a:path w="10059" h="14935" extrusionOk="0">
                  <a:moveTo>
                    <a:pt x="6028" y="0"/>
                  </a:moveTo>
                  <a:lnTo>
                    <a:pt x="5682" y="39"/>
                  </a:lnTo>
                  <a:lnTo>
                    <a:pt x="4799" y="230"/>
                  </a:lnTo>
                  <a:lnTo>
                    <a:pt x="4147" y="384"/>
                  </a:lnTo>
                  <a:lnTo>
                    <a:pt x="3455" y="576"/>
                  </a:lnTo>
                  <a:lnTo>
                    <a:pt x="2649" y="806"/>
                  </a:lnTo>
                  <a:lnTo>
                    <a:pt x="1805" y="1113"/>
                  </a:lnTo>
                  <a:lnTo>
                    <a:pt x="1689" y="1459"/>
                  </a:lnTo>
                  <a:lnTo>
                    <a:pt x="1498" y="2150"/>
                  </a:lnTo>
                  <a:lnTo>
                    <a:pt x="1306" y="3187"/>
                  </a:lnTo>
                  <a:lnTo>
                    <a:pt x="1075" y="4569"/>
                  </a:lnTo>
                  <a:lnTo>
                    <a:pt x="806" y="6335"/>
                  </a:lnTo>
                  <a:lnTo>
                    <a:pt x="538" y="8446"/>
                  </a:lnTo>
                  <a:lnTo>
                    <a:pt x="269" y="11019"/>
                  </a:lnTo>
                  <a:lnTo>
                    <a:pt x="0" y="13975"/>
                  </a:lnTo>
                  <a:lnTo>
                    <a:pt x="307" y="14128"/>
                  </a:lnTo>
                  <a:lnTo>
                    <a:pt x="653" y="14243"/>
                  </a:lnTo>
                  <a:lnTo>
                    <a:pt x="1498" y="14512"/>
                  </a:lnTo>
                  <a:lnTo>
                    <a:pt x="2496" y="14704"/>
                  </a:lnTo>
                  <a:lnTo>
                    <a:pt x="3647" y="14858"/>
                  </a:lnTo>
                  <a:lnTo>
                    <a:pt x="4876" y="14934"/>
                  </a:lnTo>
                  <a:lnTo>
                    <a:pt x="6220" y="14934"/>
                  </a:lnTo>
                  <a:lnTo>
                    <a:pt x="6872" y="14896"/>
                  </a:lnTo>
                  <a:lnTo>
                    <a:pt x="7563" y="14819"/>
                  </a:lnTo>
                  <a:lnTo>
                    <a:pt x="8254" y="14743"/>
                  </a:lnTo>
                  <a:lnTo>
                    <a:pt x="8946" y="14627"/>
                  </a:lnTo>
                  <a:lnTo>
                    <a:pt x="9061" y="13860"/>
                  </a:lnTo>
                  <a:lnTo>
                    <a:pt x="9253" y="12477"/>
                  </a:lnTo>
                  <a:lnTo>
                    <a:pt x="9483" y="10750"/>
                  </a:lnTo>
                  <a:lnTo>
                    <a:pt x="9713" y="8830"/>
                  </a:lnTo>
                  <a:lnTo>
                    <a:pt x="9905" y="6911"/>
                  </a:lnTo>
                  <a:lnTo>
                    <a:pt x="10020" y="5145"/>
                  </a:lnTo>
                  <a:lnTo>
                    <a:pt x="10059" y="4415"/>
                  </a:lnTo>
                  <a:lnTo>
                    <a:pt x="10059" y="3801"/>
                  </a:lnTo>
                  <a:lnTo>
                    <a:pt x="10020" y="3340"/>
                  </a:lnTo>
                  <a:lnTo>
                    <a:pt x="9982" y="3033"/>
                  </a:lnTo>
                  <a:lnTo>
                    <a:pt x="9829" y="2803"/>
                  </a:lnTo>
                  <a:lnTo>
                    <a:pt x="9675" y="2572"/>
                  </a:lnTo>
                  <a:lnTo>
                    <a:pt x="9445" y="2342"/>
                  </a:lnTo>
                  <a:lnTo>
                    <a:pt x="9137" y="2073"/>
                  </a:lnTo>
                  <a:lnTo>
                    <a:pt x="8523" y="1574"/>
                  </a:lnTo>
                  <a:lnTo>
                    <a:pt x="7832" y="1075"/>
                  </a:lnTo>
                  <a:lnTo>
                    <a:pt x="7141" y="653"/>
                  </a:lnTo>
                  <a:lnTo>
                    <a:pt x="6565" y="307"/>
                  </a:lnTo>
                  <a:lnTo>
                    <a:pt x="60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3637350" y="710774"/>
              <a:ext cx="56149" cy="321670"/>
            </a:xfrm>
            <a:custGeom>
              <a:avLst/>
              <a:gdLst/>
              <a:ahLst/>
              <a:cxnLst/>
              <a:rect l="l" t="t" r="r" b="b"/>
              <a:pathLst>
                <a:path w="1575" h="9023" extrusionOk="0">
                  <a:moveTo>
                    <a:pt x="1421" y="1"/>
                  </a:moveTo>
                  <a:lnTo>
                    <a:pt x="1383" y="308"/>
                  </a:lnTo>
                  <a:lnTo>
                    <a:pt x="768" y="4377"/>
                  </a:lnTo>
                  <a:lnTo>
                    <a:pt x="346" y="6950"/>
                  </a:lnTo>
                  <a:lnTo>
                    <a:pt x="0" y="8984"/>
                  </a:lnTo>
                  <a:lnTo>
                    <a:pt x="154" y="9023"/>
                  </a:lnTo>
                  <a:lnTo>
                    <a:pt x="576" y="6642"/>
                  </a:lnTo>
                  <a:lnTo>
                    <a:pt x="1037" y="3648"/>
                  </a:lnTo>
                  <a:lnTo>
                    <a:pt x="1574" y="39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3453932" y="502758"/>
              <a:ext cx="147876" cy="130051"/>
            </a:xfrm>
            <a:custGeom>
              <a:avLst/>
              <a:gdLst/>
              <a:ahLst/>
              <a:cxnLst/>
              <a:rect l="l" t="t" r="r" b="b"/>
              <a:pathLst>
                <a:path w="4148" h="3648" extrusionOk="0">
                  <a:moveTo>
                    <a:pt x="3610" y="0"/>
                  </a:moveTo>
                  <a:lnTo>
                    <a:pt x="2880" y="115"/>
                  </a:lnTo>
                  <a:lnTo>
                    <a:pt x="2074" y="307"/>
                  </a:lnTo>
                  <a:lnTo>
                    <a:pt x="1037" y="576"/>
                  </a:lnTo>
                  <a:lnTo>
                    <a:pt x="39" y="3071"/>
                  </a:lnTo>
                  <a:lnTo>
                    <a:pt x="1" y="3225"/>
                  </a:lnTo>
                  <a:lnTo>
                    <a:pt x="39" y="3379"/>
                  </a:lnTo>
                  <a:lnTo>
                    <a:pt x="78" y="3494"/>
                  </a:lnTo>
                  <a:lnTo>
                    <a:pt x="193" y="3571"/>
                  </a:lnTo>
                  <a:lnTo>
                    <a:pt x="308" y="3647"/>
                  </a:lnTo>
                  <a:lnTo>
                    <a:pt x="577" y="3647"/>
                  </a:lnTo>
                  <a:lnTo>
                    <a:pt x="730" y="3532"/>
                  </a:lnTo>
                  <a:lnTo>
                    <a:pt x="4147" y="307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3408764" y="219450"/>
              <a:ext cx="249158" cy="243632"/>
            </a:xfrm>
            <a:custGeom>
              <a:avLst/>
              <a:gdLst/>
              <a:ahLst/>
              <a:cxnLst/>
              <a:rect l="l" t="t" r="r" b="b"/>
              <a:pathLst>
                <a:path w="6989" h="6834" extrusionOk="0">
                  <a:moveTo>
                    <a:pt x="3456" y="0"/>
                  </a:moveTo>
                  <a:lnTo>
                    <a:pt x="3264" y="38"/>
                  </a:lnTo>
                  <a:lnTo>
                    <a:pt x="3034" y="154"/>
                  </a:lnTo>
                  <a:lnTo>
                    <a:pt x="2880" y="269"/>
                  </a:lnTo>
                  <a:lnTo>
                    <a:pt x="2765" y="461"/>
                  </a:lnTo>
                  <a:lnTo>
                    <a:pt x="2650" y="384"/>
                  </a:lnTo>
                  <a:lnTo>
                    <a:pt x="2535" y="307"/>
                  </a:lnTo>
                  <a:lnTo>
                    <a:pt x="2381" y="230"/>
                  </a:lnTo>
                  <a:lnTo>
                    <a:pt x="2074" y="230"/>
                  </a:lnTo>
                  <a:lnTo>
                    <a:pt x="1959" y="269"/>
                  </a:lnTo>
                  <a:lnTo>
                    <a:pt x="1729" y="384"/>
                  </a:lnTo>
                  <a:lnTo>
                    <a:pt x="1537" y="614"/>
                  </a:lnTo>
                  <a:lnTo>
                    <a:pt x="1460" y="845"/>
                  </a:lnTo>
                  <a:lnTo>
                    <a:pt x="1191" y="845"/>
                  </a:lnTo>
                  <a:lnTo>
                    <a:pt x="1038" y="883"/>
                  </a:lnTo>
                  <a:lnTo>
                    <a:pt x="922" y="960"/>
                  </a:lnTo>
                  <a:lnTo>
                    <a:pt x="807" y="1037"/>
                  </a:lnTo>
                  <a:lnTo>
                    <a:pt x="692" y="1152"/>
                  </a:lnTo>
                  <a:lnTo>
                    <a:pt x="615" y="1305"/>
                  </a:lnTo>
                  <a:lnTo>
                    <a:pt x="577" y="1459"/>
                  </a:lnTo>
                  <a:lnTo>
                    <a:pt x="577" y="1612"/>
                  </a:lnTo>
                  <a:lnTo>
                    <a:pt x="577" y="1728"/>
                  </a:lnTo>
                  <a:lnTo>
                    <a:pt x="615" y="1881"/>
                  </a:lnTo>
                  <a:lnTo>
                    <a:pt x="385" y="1958"/>
                  </a:lnTo>
                  <a:lnTo>
                    <a:pt x="193" y="2150"/>
                  </a:lnTo>
                  <a:lnTo>
                    <a:pt x="78" y="2342"/>
                  </a:lnTo>
                  <a:lnTo>
                    <a:pt x="39" y="2495"/>
                  </a:lnTo>
                  <a:lnTo>
                    <a:pt x="1" y="2611"/>
                  </a:lnTo>
                  <a:lnTo>
                    <a:pt x="39" y="2764"/>
                  </a:lnTo>
                  <a:lnTo>
                    <a:pt x="78" y="2918"/>
                  </a:lnTo>
                  <a:lnTo>
                    <a:pt x="155" y="3071"/>
                  </a:lnTo>
                  <a:lnTo>
                    <a:pt x="270" y="3187"/>
                  </a:lnTo>
                  <a:lnTo>
                    <a:pt x="155" y="3378"/>
                  </a:lnTo>
                  <a:lnTo>
                    <a:pt x="116" y="3647"/>
                  </a:lnTo>
                  <a:lnTo>
                    <a:pt x="116" y="3801"/>
                  </a:lnTo>
                  <a:lnTo>
                    <a:pt x="155" y="3916"/>
                  </a:lnTo>
                  <a:lnTo>
                    <a:pt x="231" y="4070"/>
                  </a:lnTo>
                  <a:lnTo>
                    <a:pt x="347" y="4185"/>
                  </a:lnTo>
                  <a:lnTo>
                    <a:pt x="462" y="4262"/>
                  </a:lnTo>
                  <a:lnTo>
                    <a:pt x="577" y="4338"/>
                  </a:lnTo>
                  <a:lnTo>
                    <a:pt x="730" y="4377"/>
                  </a:lnTo>
                  <a:lnTo>
                    <a:pt x="884" y="4415"/>
                  </a:lnTo>
                  <a:lnTo>
                    <a:pt x="1038" y="4377"/>
                  </a:lnTo>
                  <a:lnTo>
                    <a:pt x="1191" y="4338"/>
                  </a:lnTo>
                  <a:lnTo>
                    <a:pt x="1345" y="4223"/>
                  </a:lnTo>
                  <a:lnTo>
                    <a:pt x="1460" y="4146"/>
                  </a:lnTo>
                  <a:lnTo>
                    <a:pt x="4071" y="5989"/>
                  </a:lnTo>
                  <a:lnTo>
                    <a:pt x="4071" y="6066"/>
                  </a:lnTo>
                  <a:lnTo>
                    <a:pt x="4071" y="6219"/>
                  </a:lnTo>
                  <a:lnTo>
                    <a:pt x="4109" y="6373"/>
                  </a:lnTo>
                  <a:lnTo>
                    <a:pt x="4186" y="6488"/>
                  </a:lnTo>
                  <a:lnTo>
                    <a:pt x="4262" y="6603"/>
                  </a:lnTo>
                  <a:lnTo>
                    <a:pt x="4378" y="6680"/>
                  </a:lnTo>
                  <a:lnTo>
                    <a:pt x="4531" y="6757"/>
                  </a:lnTo>
                  <a:lnTo>
                    <a:pt x="4646" y="6795"/>
                  </a:lnTo>
                  <a:lnTo>
                    <a:pt x="4838" y="6834"/>
                  </a:lnTo>
                  <a:lnTo>
                    <a:pt x="4992" y="6795"/>
                  </a:lnTo>
                  <a:lnTo>
                    <a:pt x="5107" y="6757"/>
                  </a:lnTo>
                  <a:lnTo>
                    <a:pt x="5261" y="6680"/>
                  </a:lnTo>
                  <a:lnTo>
                    <a:pt x="5376" y="6603"/>
                  </a:lnTo>
                  <a:lnTo>
                    <a:pt x="5453" y="6488"/>
                  </a:lnTo>
                  <a:lnTo>
                    <a:pt x="5529" y="6373"/>
                  </a:lnTo>
                  <a:lnTo>
                    <a:pt x="5568" y="6219"/>
                  </a:lnTo>
                  <a:lnTo>
                    <a:pt x="5606" y="6066"/>
                  </a:lnTo>
                  <a:lnTo>
                    <a:pt x="5568" y="5912"/>
                  </a:lnTo>
                  <a:lnTo>
                    <a:pt x="5683" y="5912"/>
                  </a:lnTo>
                  <a:lnTo>
                    <a:pt x="5837" y="5951"/>
                  </a:lnTo>
                  <a:lnTo>
                    <a:pt x="5990" y="5912"/>
                  </a:lnTo>
                  <a:lnTo>
                    <a:pt x="6105" y="5874"/>
                  </a:lnTo>
                  <a:lnTo>
                    <a:pt x="6259" y="5797"/>
                  </a:lnTo>
                  <a:lnTo>
                    <a:pt x="6374" y="5720"/>
                  </a:lnTo>
                  <a:lnTo>
                    <a:pt x="6451" y="5605"/>
                  </a:lnTo>
                  <a:lnTo>
                    <a:pt x="6528" y="5452"/>
                  </a:lnTo>
                  <a:lnTo>
                    <a:pt x="6566" y="5336"/>
                  </a:lnTo>
                  <a:lnTo>
                    <a:pt x="6604" y="5183"/>
                  </a:lnTo>
                  <a:lnTo>
                    <a:pt x="6566" y="5029"/>
                  </a:lnTo>
                  <a:lnTo>
                    <a:pt x="6528" y="4914"/>
                  </a:lnTo>
                  <a:lnTo>
                    <a:pt x="6412" y="4684"/>
                  </a:lnTo>
                  <a:lnTo>
                    <a:pt x="6643" y="4607"/>
                  </a:lnTo>
                  <a:lnTo>
                    <a:pt x="6835" y="4415"/>
                  </a:lnTo>
                  <a:lnTo>
                    <a:pt x="6950" y="4223"/>
                  </a:lnTo>
                  <a:lnTo>
                    <a:pt x="6988" y="3954"/>
                  </a:lnTo>
                  <a:lnTo>
                    <a:pt x="6988" y="3762"/>
                  </a:lnTo>
                  <a:lnTo>
                    <a:pt x="6912" y="3609"/>
                  </a:lnTo>
                  <a:lnTo>
                    <a:pt x="6796" y="3455"/>
                  </a:lnTo>
                  <a:lnTo>
                    <a:pt x="6681" y="3340"/>
                  </a:lnTo>
                  <a:lnTo>
                    <a:pt x="6796" y="3225"/>
                  </a:lnTo>
                  <a:lnTo>
                    <a:pt x="6873" y="3071"/>
                  </a:lnTo>
                  <a:lnTo>
                    <a:pt x="6912" y="2918"/>
                  </a:lnTo>
                  <a:lnTo>
                    <a:pt x="6950" y="2764"/>
                  </a:lnTo>
                  <a:lnTo>
                    <a:pt x="6912" y="2611"/>
                  </a:lnTo>
                  <a:lnTo>
                    <a:pt x="6873" y="2457"/>
                  </a:lnTo>
                  <a:lnTo>
                    <a:pt x="6835" y="2342"/>
                  </a:lnTo>
                  <a:lnTo>
                    <a:pt x="6758" y="2227"/>
                  </a:lnTo>
                  <a:lnTo>
                    <a:pt x="6643" y="2150"/>
                  </a:lnTo>
                  <a:lnTo>
                    <a:pt x="6528" y="2073"/>
                  </a:lnTo>
                  <a:lnTo>
                    <a:pt x="6412" y="2035"/>
                  </a:lnTo>
                  <a:lnTo>
                    <a:pt x="6259" y="1996"/>
                  </a:lnTo>
                  <a:lnTo>
                    <a:pt x="6297" y="1843"/>
                  </a:lnTo>
                  <a:lnTo>
                    <a:pt x="6259" y="1689"/>
                  </a:lnTo>
                  <a:lnTo>
                    <a:pt x="6220" y="1536"/>
                  </a:lnTo>
                  <a:lnTo>
                    <a:pt x="6144" y="1421"/>
                  </a:lnTo>
                  <a:lnTo>
                    <a:pt x="6067" y="1305"/>
                  </a:lnTo>
                  <a:lnTo>
                    <a:pt x="5952" y="1229"/>
                  </a:lnTo>
                  <a:lnTo>
                    <a:pt x="5837" y="1152"/>
                  </a:lnTo>
                  <a:lnTo>
                    <a:pt x="5683" y="1113"/>
                  </a:lnTo>
                  <a:lnTo>
                    <a:pt x="5529" y="1075"/>
                  </a:lnTo>
                  <a:lnTo>
                    <a:pt x="5337" y="1113"/>
                  </a:lnTo>
                  <a:lnTo>
                    <a:pt x="5299" y="960"/>
                  </a:lnTo>
                  <a:lnTo>
                    <a:pt x="5261" y="845"/>
                  </a:lnTo>
                  <a:lnTo>
                    <a:pt x="5184" y="729"/>
                  </a:lnTo>
                  <a:lnTo>
                    <a:pt x="5107" y="614"/>
                  </a:lnTo>
                  <a:lnTo>
                    <a:pt x="4992" y="538"/>
                  </a:lnTo>
                  <a:lnTo>
                    <a:pt x="4877" y="461"/>
                  </a:lnTo>
                  <a:lnTo>
                    <a:pt x="4723" y="422"/>
                  </a:lnTo>
                  <a:lnTo>
                    <a:pt x="4378" y="422"/>
                  </a:lnTo>
                  <a:lnTo>
                    <a:pt x="4186" y="499"/>
                  </a:lnTo>
                  <a:lnTo>
                    <a:pt x="4071" y="307"/>
                  </a:lnTo>
                  <a:lnTo>
                    <a:pt x="3917" y="154"/>
                  </a:lnTo>
                  <a:lnTo>
                    <a:pt x="3725" y="38"/>
                  </a:lnTo>
                  <a:lnTo>
                    <a:pt x="34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3412899" y="219450"/>
              <a:ext cx="186164" cy="130051"/>
            </a:xfrm>
            <a:custGeom>
              <a:avLst/>
              <a:gdLst/>
              <a:ahLst/>
              <a:cxnLst/>
              <a:rect l="l" t="t" r="r" b="b"/>
              <a:pathLst>
                <a:path w="5222" h="3648" extrusionOk="0">
                  <a:moveTo>
                    <a:pt x="154" y="3187"/>
                  </a:moveTo>
                  <a:lnTo>
                    <a:pt x="154" y="3187"/>
                  </a:lnTo>
                  <a:lnTo>
                    <a:pt x="39" y="3378"/>
                  </a:lnTo>
                  <a:lnTo>
                    <a:pt x="0" y="3647"/>
                  </a:lnTo>
                  <a:lnTo>
                    <a:pt x="0" y="3647"/>
                  </a:lnTo>
                  <a:lnTo>
                    <a:pt x="0" y="3647"/>
                  </a:lnTo>
                  <a:lnTo>
                    <a:pt x="39" y="3378"/>
                  </a:lnTo>
                  <a:lnTo>
                    <a:pt x="154" y="3187"/>
                  </a:lnTo>
                  <a:lnTo>
                    <a:pt x="154" y="3187"/>
                  </a:lnTo>
                  <a:lnTo>
                    <a:pt x="154" y="3187"/>
                  </a:lnTo>
                  <a:close/>
                  <a:moveTo>
                    <a:pt x="3993" y="346"/>
                  </a:moveTo>
                  <a:lnTo>
                    <a:pt x="3993" y="346"/>
                  </a:lnTo>
                  <a:lnTo>
                    <a:pt x="4070" y="499"/>
                  </a:lnTo>
                  <a:lnTo>
                    <a:pt x="4070" y="499"/>
                  </a:lnTo>
                  <a:lnTo>
                    <a:pt x="4262" y="422"/>
                  </a:lnTo>
                  <a:lnTo>
                    <a:pt x="4454" y="422"/>
                  </a:lnTo>
                  <a:lnTo>
                    <a:pt x="4454" y="422"/>
                  </a:lnTo>
                  <a:lnTo>
                    <a:pt x="4607" y="422"/>
                  </a:lnTo>
                  <a:lnTo>
                    <a:pt x="4761" y="461"/>
                  </a:lnTo>
                  <a:lnTo>
                    <a:pt x="4876" y="538"/>
                  </a:lnTo>
                  <a:lnTo>
                    <a:pt x="4991" y="614"/>
                  </a:lnTo>
                  <a:lnTo>
                    <a:pt x="5068" y="729"/>
                  </a:lnTo>
                  <a:lnTo>
                    <a:pt x="5145" y="845"/>
                  </a:lnTo>
                  <a:lnTo>
                    <a:pt x="5183" y="960"/>
                  </a:lnTo>
                  <a:lnTo>
                    <a:pt x="5221" y="1113"/>
                  </a:lnTo>
                  <a:lnTo>
                    <a:pt x="5221" y="1113"/>
                  </a:lnTo>
                  <a:lnTo>
                    <a:pt x="5221" y="1113"/>
                  </a:lnTo>
                  <a:lnTo>
                    <a:pt x="5183" y="960"/>
                  </a:lnTo>
                  <a:lnTo>
                    <a:pt x="5145" y="845"/>
                  </a:lnTo>
                  <a:lnTo>
                    <a:pt x="5068" y="729"/>
                  </a:lnTo>
                  <a:lnTo>
                    <a:pt x="4991" y="614"/>
                  </a:lnTo>
                  <a:lnTo>
                    <a:pt x="4876" y="538"/>
                  </a:lnTo>
                  <a:lnTo>
                    <a:pt x="4761" y="461"/>
                  </a:lnTo>
                  <a:lnTo>
                    <a:pt x="4607" y="422"/>
                  </a:lnTo>
                  <a:lnTo>
                    <a:pt x="4454" y="422"/>
                  </a:lnTo>
                  <a:lnTo>
                    <a:pt x="4454" y="422"/>
                  </a:lnTo>
                  <a:lnTo>
                    <a:pt x="4262" y="422"/>
                  </a:lnTo>
                  <a:lnTo>
                    <a:pt x="4070" y="499"/>
                  </a:lnTo>
                  <a:lnTo>
                    <a:pt x="4070" y="499"/>
                  </a:lnTo>
                  <a:lnTo>
                    <a:pt x="3993" y="346"/>
                  </a:lnTo>
                  <a:lnTo>
                    <a:pt x="3993" y="346"/>
                  </a:lnTo>
                  <a:close/>
                  <a:moveTo>
                    <a:pt x="3340" y="0"/>
                  </a:moveTo>
                  <a:lnTo>
                    <a:pt x="3340" y="0"/>
                  </a:lnTo>
                  <a:lnTo>
                    <a:pt x="3148" y="38"/>
                  </a:lnTo>
                  <a:lnTo>
                    <a:pt x="2918" y="154"/>
                  </a:lnTo>
                  <a:lnTo>
                    <a:pt x="2764" y="269"/>
                  </a:lnTo>
                  <a:lnTo>
                    <a:pt x="2649" y="461"/>
                  </a:lnTo>
                  <a:lnTo>
                    <a:pt x="2649" y="461"/>
                  </a:lnTo>
                  <a:lnTo>
                    <a:pt x="2534" y="384"/>
                  </a:lnTo>
                  <a:lnTo>
                    <a:pt x="2419" y="307"/>
                  </a:lnTo>
                  <a:lnTo>
                    <a:pt x="2265" y="230"/>
                  </a:lnTo>
                  <a:lnTo>
                    <a:pt x="2073" y="230"/>
                  </a:lnTo>
                  <a:lnTo>
                    <a:pt x="2073" y="230"/>
                  </a:lnTo>
                  <a:lnTo>
                    <a:pt x="1958" y="230"/>
                  </a:lnTo>
                  <a:lnTo>
                    <a:pt x="1843" y="269"/>
                  </a:lnTo>
                  <a:lnTo>
                    <a:pt x="1613" y="384"/>
                  </a:lnTo>
                  <a:lnTo>
                    <a:pt x="1421" y="614"/>
                  </a:lnTo>
                  <a:lnTo>
                    <a:pt x="1344" y="845"/>
                  </a:lnTo>
                  <a:lnTo>
                    <a:pt x="1344" y="845"/>
                  </a:lnTo>
                  <a:lnTo>
                    <a:pt x="1229" y="845"/>
                  </a:lnTo>
                  <a:lnTo>
                    <a:pt x="1229" y="845"/>
                  </a:lnTo>
                  <a:lnTo>
                    <a:pt x="1075" y="845"/>
                  </a:lnTo>
                  <a:lnTo>
                    <a:pt x="922" y="883"/>
                  </a:lnTo>
                  <a:lnTo>
                    <a:pt x="806" y="960"/>
                  </a:lnTo>
                  <a:lnTo>
                    <a:pt x="691" y="1037"/>
                  </a:lnTo>
                  <a:lnTo>
                    <a:pt x="576" y="1152"/>
                  </a:lnTo>
                  <a:lnTo>
                    <a:pt x="499" y="1305"/>
                  </a:lnTo>
                  <a:lnTo>
                    <a:pt x="461" y="1459"/>
                  </a:lnTo>
                  <a:lnTo>
                    <a:pt x="461" y="1612"/>
                  </a:lnTo>
                  <a:lnTo>
                    <a:pt x="461" y="1612"/>
                  </a:lnTo>
                  <a:lnTo>
                    <a:pt x="461" y="1612"/>
                  </a:lnTo>
                  <a:lnTo>
                    <a:pt x="461" y="1459"/>
                  </a:lnTo>
                  <a:lnTo>
                    <a:pt x="499" y="1305"/>
                  </a:lnTo>
                  <a:lnTo>
                    <a:pt x="576" y="1152"/>
                  </a:lnTo>
                  <a:lnTo>
                    <a:pt x="691" y="1037"/>
                  </a:lnTo>
                  <a:lnTo>
                    <a:pt x="806" y="960"/>
                  </a:lnTo>
                  <a:lnTo>
                    <a:pt x="922" y="883"/>
                  </a:lnTo>
                  <a:lnTo>
                    <a:pt x="1075" y="845"/>
                  </a:lnTo>
                  <a:lnTo>
                    <a:pt x="1229" y="845"/>
                  </a:lnTo>
                  <a:lnTo>
                    <a:pt x="1229" y="845"/>
                  </a:lnTo>
                  <a:lnTo>
                    <a:pt x="1344" y="845"/>
                  </a:lnTo>
                  <a:lnTo>
                    <a:pt x="1344" y="845"/>
                  </a:lnTo>
                  <a:lnTo>
                    <a:pt x="1421" y="614"/>
                  </a:lnTo>
                  <a:lnTo>
                    <a:pt x="1613" y="384"/>
                  </a:lnTo>
                  <a:lnTo>
                    <a:pt x="1843" y="269"/>
                  </a:lnTo>
                  <a:lnTo>
                    <a:pt x="1958" y="230"/>
                  </a:lnTo>
                  <a:lnTo>
                    <a:pt x="2073" y="230"/>
                  </a:lnTo>
                  <a:lnTo>
                    <a:pt x="2073" y="230"/>
                  </a:lnTo>
                  <a:lnTo>
                    <a:pt x="2265" y="230"/>
                  </a:lnTo>
                  <a:lnTo>
                    <a:pt x="2419" y="307"/>
                  </a:lnTo>
                  <a:lnTo>
                    <a:pt x="2534" y="384"/>
                  </a:lnTo>
                  <a:lnTo>
                    <a:pt x="2649" y="461"/>
                  </a:lnTo>
                  <a:lnTo>
                    <a:pt x="2649" y="461"/>
                  </a:lnTo>
                  <a:lnTo>
                    <a:pt x="2764" y="269"/>
                  </a:lnTo>
                  <a:lnTo>
                    <a:pt x="2918" y="154"/>
                  </a:lnTo>
                  <a:lnTo>
                    <a:pt x="3148" y="38"/>
                  </a:lnTo>
                  <a:lnTo>
                    <a:pt x="3340" y="0"/>
                  </a:lnTo>
                  <a:lnTo>
                    <a:pt x="3340" y="0"/>
                  </a:lnTo>
                  <a:lnTo>
                    <a:pt x="3340" y="0"/>
                  </a:lnTo>
                  <a:lnTo>
                    <a:pt x="3340" y="0"/>
                  </a:lnTo>
                  <a:close/>
                </a:path>
              </a:pathLst>
            </a:custGeom>
            <a:solidFill>
              <a:srgbClr val="FFFC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3408764" y="219450"/>
              <a:ext cx="191654" cy="156040"/>
            </a:xfrm>
            <a:custGeom>
              <a:avLst/>
              <a:gdLst/>
              <a:ahLst/>
              <a:cxnLst/>
              <a:rect l="l" t="t" r="r" b="b"/>
              <a:pathLst>
                <a:path w="5376" h="4377" extrusionOk="0">
                  <a:moveTo>
                    <a:pt x="3456" y="0"/>
                  </a:moveTo>
                  <a:lnTo>
                    <a:pt x="3264" y="38"/>
                  </a:lnTo>
                  <a:lnTo>
                    <a:pt x="3034" y="154"/>
                  </a:lnTo>
                  <a:lnTo>
                    <a:pt x="2880" y="269"/>
                  </a:lnTo>
                  <a:lnTo>
                    <a:pt x="2765" y="461"/>
                  </a:lnTo>
                  <a:lnTo>
                    <a:pt x="2650" y="384"/>
                  </a:lnTo>
                  <a:lnTo>
                    <a:pt x="2535" y="307"/>
                  </a:lnTo>
                  <a:lnTo>
                    <a:pt x="2381" y="230"/>
                  </a:lnTo>
                  <a:lnTo>
                    <a:pt x="2074" y="230"/>
                  </a:lnTo>
                  <a:lnTo>
                    <a:pt x="1959" y="269"/>
                  </a:lnTo>
                  <a:lnTo>
                    <a:pt x="1729" y="384"/>
                  </a:lnTo>
                  <a:lnTo>
                    <a:pt x="1537" y="614"/>
                  </a:lnTo>
                  <a:lnTo>
                    <a:pt x="1460" y="845"/>
                  </a:lnTo>
                  <a:lnTo>
                    <a:pt x="1191" y="845"/>
                  </a:lnTo>
                  <a:lnTo>
                    <a:pt x="1038" y="883"/>
                  </a:lnTo>
                  <a:lnTo>
                    <a:pt x="922" y="960"/>
                  </a:lnTo>
                  <a:lnTo>
                    <a:pt x="807" y="1037"/>
                  </a:lnTo>
                  <a:lnTo>
                    <a:pt x="692" y="1152"/>
                  </a:lnTo>
                  <a:lnTo>
                    <a:pt x="615" y="1305"/>
                  </a:lnTo>
                  <a:lnTo>
                    <a:pt x="577" y="1459"/>
                  </a:lnTo>
                  <a:lnTo>
                    <a:pt x="577" y="1612"/>
                  </a:lnTo>
                  <a:lnTo>
                    <a:pt x="577" y="1728"/>
                  </a:lnTo>
                  <a:lnTo>
                    <a:pt x="615" y="1881"/>
                  </a:lnTo>
                  <a:lnTo>
                    <a:pt x="385" y="1958"/>
                  </a:lnTo>
                  <a:lnTo>
                    <a:pt x="193" y="2150"/>
                  </a:lnTo>
                  <a:lnTo>
                    <a:pt x="78" y="2342"/>
                  </a:lnTo>
                  <a:lnTo>
                    <a:pt x="39" y="2495"/>
                  </a:lnTo>
                  <a:lnTo>
                    <a:pt x="1" y="2611"/>
                  </a:lnTo>
                  <a:lnTo>
                    <a:pt x="39" y="2764"/>
                  </a:lnTo>
                  <a:lnTo>
                    <a:pt x="78" y="2918"/>
                  </a:lnTo>
                  <a:lnTo>
                    <a:pt x="155" y="3071"/>
                  </a:lnTo>
                  <a:lnTo>
                    <a:pt x="270" y="3187"/>
                  </a:lnTo>
                  <a:lnTo>
                    <a:pt x="155" y="3378"/>
                  </a:lnTo>
                  <a:lnTo>
                    <a:pt x="116" y="3647"/>
                  </a:lnTo>
                  <a:lnTo>
                    <a:pt x="155" y="3878"/>
                  </a:lnTo>
                  <a:lnTo>
                    <a:pt x="270" y="4070"/>
                  </a:lnTo>
                  <a:lnTo>
                    <a:pt x="423" y="4262"/>
                  </a:lnTo>
                  <a:lnTo>
                    <a:pt x="615" y="4377"/>
                  </a:lnTo>
                  <a:lnTo>
                    <a:pt x="654" y="3878"/>
                  </a:lnTo>
                  <a:lnTo>
                    <a:pt x="730" y="3494"/>
                  </a:lnTo>
                  <a:lnTo>
                    <a:pt x="807" y="3302"/>
                  </a:lnTo>
                  <a:lnTo>
                    <a:pt x="922" y="3148"/>
                  </a:lnTo>
                  <a:lnTo>
                    <a:pt x="1038" y="2995"/>
                  </a:lnTo>
                  <a:lnTo>
                    <a:pt x="1230" y="2879"/>
                  </a:lnTo>
                  <a:lnTo>
                    <a:pt x="1306" y="2726"/>
                  </a:lnTo>
                  <a:lnTo>
                    <a:pt x="1421" y="2611"/>
                  </a:lnTo>
                  <a:lnTo>
                    <a:pt x="1575" y="2534"/>
                  </a:lnTo>
                  <a:lnTo>
                    <a:pt x="1729" y="2495"/>
                  </a:lnTo>
                  <a:lnTo>
                    <a:pt x="1690" y="2380"/>
                  </a:lnTo>
                  <a:lnTo>
                    <a:pt x="1690" y="2227"/>
                  </a:lnTo>
                  <a:lnTo>
                    <a:pt x="1690" y="2073"/>
                  </a:lnTo>
                  <a:lnTo>
                    <a:pt x="1729" y="1920"/>
                  </a:lnTo>
                  <a:lnTo>
                    <a:pt x="1805" y="1804"/>
                  </a:lnTo>
                  <a:lnTo>
                    <a:pt x="1921" y="1689"/>
                  </a:lnTo>
                  <a:lnTo>
                    <a:pt x="2036" y="1574"/>
                  </a:lnTo>
                  <a:lnTo>
                    <a:pt x="2151" y="1497"/>
                  </a:lnTo>
                  <a:lnTo>
                    <a:pt x="2304" y="1459"/>
                  </a:lnTo>
                  <a:lnTo>
                    <a:pt x="2573" y="1459"/>
                  </a:lnTo>
                  <a:lnTo>
                    <a:pt x="2650" y="1229"/>
                  </a:lnTo>
                  <a:lnTo>
                    <a:pt x="2842" y="1037"/>
                  </a:lnTo>
                  <a:lnTo>
                    <a:pt x="3034" y="883"/>
                  </a:lnTo>
                  <a:lnTo>
                    <a:pt x="3188" y="845"/>
                  </a:lnTo>
                  <a:lnTo>
                    <a:pt x="3303" y="845"/>
                  </a:lnTo>
                  <a:lnTo>
                    <a:pt x="3495" y="883"/>
                  </a:lnTo>
                  <a:lnTo>
                    <a:pt x="3610" y="921"/>
                  </a:lnTo>
                  <a:lnTo>
                    <a:pt x="3763" y="998"/>
                  </a:lnTo>
                  <a:lnTo>
                    <a:pt x="3879" y="1113"/>
                  </a:lnTo>
                  <a:lnTo>
                    <a:pt x="3994" y="921"/>
                  </a:lnTo>
                  <a:lnTo>
                    <a:pt x="4147" y="768"/>
                  </a:lnTo>
                  <a:lnTo>
                    <a:pt x="4339" y="653"/>
                  </a:lnTo>
                  <a:lnTo>
                    <a:pt x="4570" y="653"/>
                  </a:lnTo>
                  <a:lnTo>
                    <a:pt x="4800" y="691"/>
                  </a:lnTo>
                  <a:lnTo>
                    <a:pt x="5030" y="768"/>
                  </a:lnTo>
                  <a:lnTo>
                    <a:pt x="5184" y="921"/>
                  </a:lnTo>
                  <a:lnTo>
                    <a:pt x="5299" y="1152"/>
                  </a:lnTo>
                  <a:lnTo>
                    <a:pt x="5376" y="1113"/>
                  </a:lnTo>
                  <a:lnTo>
                    <a:pt x="5337" y="1113"/>
                  </a:lnTo>
                  <a:lnTo>
                    <a:pt x="5299" y="960"/>
                  </a:lnTo>
                  <a:lnTo>
                    <a:pt x="5261" y="845"/>
                  </a:lnTo>
                  <a:lnTo>
                    <a:pt x="5184" y="729"/>
                  </a:lnTo>
                  <a:lnTo>
                    <a:pt x="5107" y="614"/>
                  </a:lnTo>
                  <a:lnTo>
                    <a:pt x="4992" y="538"/>
                  </a:lnTo>
                  <a:lnTo>
                    <a:pt x="4877" y="461"/>
                  </a:lnTo>
                  <a:lnTo>
                    <a:pt x="4723" y="422"/>
                  </a:lnTo>
                  <a:lnTo>
                    <a:pt x="4378" y="422"/>
                  </a:lnTo>
                  <a:lnTo>
                    <a:pt x="4186" y="499"/>
                  </a:lnTo>
                  <a:lnTo>
                    <a:pt x="4109" y="346"/>
                  </a:lnTo>
                  <a:lnTo>
                    <a:pt x="3994" y="230"/>
                  </a:lnTo>
                  <a:lnTo>
                    <a:pt x="3840" y="115"/>
                  </a:lnTo>
                  <a:lnTo>
                    <a:pt x="3687" y="38"/>
                  </a:lnTo>
                  <a:lnTo>
                    <a:pt x="345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3475857" y="390497"/>
              <a:ext cx="106772" cy="212189"/>
            </a:xfrm>
            <a:custGeom>
              <a:avLst/>
              <a:gdLst/>
              <a:ahLst/>
              <a:cxnLst/>
              <a:rect l="l" t="t" r="r" b="b"/>
              <a:pathLst>
                <a:path w="2995" h="5952" extrusionOk="0">
                  <a:moveTo>
                    <a:pt x="2265" y="1"/>
                  </a:moveTo>
                  <a:lnTo>
                    <a:pt x="1037" y="2266"/>
                  </a:lnTo>
                  <a:lnTo>
                    <a:pt x="1037" y="3648"/>
                  </a:lnTo>
                  <a:lnTo>
                    <a:pt x="768" y="4147"/>
                  </a:lnTo>
                  <a:lnTo>
                    <a:pt x="422" y="4877"/>
                  </a:lnTo>
                  <a:lnTo>
                    <a:pt x="0" y="5952"/>
                  </a:lnTo>
                  <a:lnTo>
                    <a:pt x="538" y="5453"/>
                  </a:lnTo>
                  <a:lnTo>
                    <a:pt x="1574" y="4493"/>
                  </a:lnTo>
                  <a:lnTo>
                    <a:pt x="2995" y="3149"/>
                  </a:lnTo>
                  <a:lnTo>
                    <a:pt x="2764" y="385"/>
                  </a:lnTo>
                  <a:lnTo>
                    <a:pt x="2265" y="1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3511435" y="457590"/>
              <a:ext cx="42459" cy="62994"/>
            </a:xfrm>
            <a:custGeom>
              <a:avLst/>
              <a:gdLst/>
              <a:ahLst/>
              <a:cxnLst/>
              <a:rect l="l" t="t" r="r" b="b"/>
              <a:pathLst>
                <a:path w="1191" h="1767" extrusionOk="0">
                  <a:moveTo>
                    <a:pt x="1191" y="0"/>
                  </a:moveTo>
                  <a:lnTo>
                    <a:pt x="231" y="77"/>
                  </a:lnTo>
                  <a:lnTo>
                    <a:pt x="39" y="384"/>
                  </a:lnTo>
                  <a:lnTo>
                    <a:pt x="39" y="1728"/>
                  </a:lnTo>
                  <a:lnTo>
                    <a:pt x="269" y="1497"/>
                  </a:lnTo>
                  <a:lnTo>
                    <a:pt x="499" y="1229"/>
                  </a:lnTo>
                  <a:lnTo>
                    <a:pt x="845" y="653"/>
                  </a:lnTo>
                  <a:lnTo>
                    <a:pt x="1075" y="192"/>
                  </a:lnTo>
                  <a:lnTo>
                    <a:pt x="1191" y="0"/>
                  </a:lnTo>
                  <a:close/>
                  <a:moveTo>
                    <a:pt x="39" y="1728"/>
                  </a:moveTo>
                  <a:lnTo>
                    <a:pt x="0" y="1766"/>
                  </a:lnTo>
                  <a:lnTo>
                    <a:pt x="39" y="1766"/>
                  </a:lnTo>
                  <a:lnTo>
                    <a:pt x="39" y="1728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5"/>
            <p:cNvSpPr/>
            <p:nvPr/>
          </p:nvSpPr>
          <p:spPr>
            <a:xfrm>
              <a:off x="3430688" y="313886"/>
              <a:ext cx="136896" cy="188909"/>
            </a:xfrm>
            <a:custGeom>
              <a:avLst/>
              <a:gdLst/>
              <a:ahLst/>
              <a:cxnLst/>
              <a:rect l="l" t="t" r="r" b="b"/>
              <a:pathLst>
                <a:path w="3840" h="5299" extrusionOk="0">
                  <a:moveTo>
                    <a:pt x="1766" y="0"/>
                  </a:moveTo>
                  <a:lnTo>
                    <a:pt x="1421" y="38"/>
                  </a:lnTo>
                  <a:lnTo>
                    <a:pt x="883" y="115"/>
                  </a:lnTo>
                  <a:lnTo>
                    <a:pt x="615" y="230"/>
                  </a:lnTo>
                  <a:lnTo>
                    <a:pt x="384" y="384"/>
                  </a:lnTo>
                  <a:lnTo>
                    <a:pt x="231" y="614"/>
                  </a:lnTo>
                  <a:lnTo>
                    <a:pt x="115" y="845"/>
                  </a:lnTo>
                  <a:lnTo>
                    <a:pt x="77" y="1152"/>
                  </a:lnTo>
                  <a:lnTo>
                    <a:pt x="39" y="1497"/>
                  </a:lnTo>
                  <a:lnTo>
                    <a:pt x="0" y="1958"/>
                  </a:lnTo>
                  <a:lnTo>
                    <a:pt x="39" y="2419"/>
                  </a:lnTo>
                  <a:lnTo>
                    <a:pt x="77" y="2956"/>
                  </a:lnTo>
                  <a:lnTo>
                    <a:pt x="154" y="3455"/>
                  </a:lnTo>
                  <a:lnTo>
                    <a:pt x="269" y="3916"/>
                  </a:lnTo>
                  <a:lnTo>
                    <a:pt x="384" y="4338"/>
                  </a:lnTo>
                  <a:lnTo>
                    <a:pt x="499" y="4684"/>
                  </a:lnTo>
                  <a:lnTo>
                    <a:pt x="653" y="4991"/>
                  </a:lnTo>
                  <a:lnTo>
                    <a:pt x="845" y="5183"/>
                  </a:lnTo>
                  <a:lnTo>
                    <a:pt x="922" y="5221"/>
                  </a:lnTo>
                  <a:lnTo>
                    <a:pt x="998" y="5260"/>
                  </a:lnTo>
                  <a:lnTo>
                    <a:pt x="1267" y="5298"/>
                  </a:lnTo>
                  <a:lnTo>
                    <a:pt x="1613" y="5260"/>
                  </a:lnTo>
                  <a:lnTo>
                    <a:pt x="2073" y="5145"/>
                  </a:lnTo>
                  <a:lnTo>
                    <a:pt x="2304" y="5029"/>
                  </a:lnTo>
                  <a:lnTo>
                    <a:pt x="2496" y="4914"/>
                  </a:lnTo>
                  <a:lnTo>
                    <a:pt x="2726" y="4761"/>
                  </a:lnTo>
                  <a:lnTo>
                    <a:pt x="2956" y="4607"/>
                  </a:lnTo>
                  <a:lnTo>
                    <a:pt x="3148" y="4377"/>
                  </a:lnTo>
                  <a:lnTo>
                    <a:pt x="3340" y="4146"/>
                  </a:lnTo>
                  <a:lnTo>
                    <a:pt x="3532" y="3878"/>
                  </a:lnTo>
                  <a:lnTo>
                    <a:pt x="3647" y="3570"/>
                  </a:lnTo>
                  <a:lnTo>
                    <a:pt x="3763" y="3187"/>
                  </a:lnTo>
                  <a:lnTo>
                    <a:pt x="3839" y="2803"/>
                  </a:lnTo>
                  <a:lnTo>
                    <a:pt x="3801" y="1920"/>
                  </a:lnTo>
                  <a:lnTo>
                    <a:pt x="3763" y="1958"/>
                  </a:lnTo>
                  <a:lnTo>
                    <a:pt x="3686" y="1996"/>
                  </a:lnTo>
                  <a:lnTo>
                    <a:pt x="3647" y="1996"/>
                  </a:lnTo>
                  <a:lnTo>
                    <a:pt x="3609" y="1958"/>
                  </a:lnTo>
                  <a:lnTo>
                    <a:pt x="3571" y="1843"/>
                  </a:lnTo>
                  <a:lnTo>
                    <a:pt x="3532" y="1689"/>
                  </a:lnTo>
                  <a:lnTo>
                    <a:pt x="3494" y="1229"/>
                  </a:lnTo>
                  <a:lnTo>
                    <a:pt x="3417" y="960"/>
                  </a:lnTo>
                  <a:lnTo>
                    <a:pt x="3340" y="691"/>
                  </a:lnTo>
                  <a:lnTo>
                    <a:pt x="3187" y="422"/>
                  </a:lnTo>
                  <a:lnTo>
                    <a:pt x="3072" y="346"/>
                  </a:lnTo>
                  <a:lnTo>
                    <a:pt x="2956" y="230"/>
                  </a:lnTo>
                  <a:lnTo>
                    <a:pt x="2803" y="154"/>
                  </a:lnTo>
                  <a:lnTo>
                    <a:pt x="2611" y="77"/>
                  </a:lnTo>
                  <a:lnTo>
                    <a:pt x="2419" y="38"/>
                  </a:lnTo>
                  <a:lnTo>
                    <a:pt x="2150" y="38"/>
                  </a:lnTo>
                  <a:lnTo>
                    <a:pt x="1766" y="0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5"/>
            <p:cNvSpPr/>
            <p:nvPr/>
          </p:nvSpPr>
          <p:spPr>
            <a:xfrm>
              <a:off x="3477211" y="397342"/>
              <a:ext cx="31515" cy="19215"/>
            </a:xfrm>
            <a:custGeom>
              <a:avLst/>
              <a:gdLst/>
              <a:ahLst/>
              <a:cxnLst/>
              <a:rect l="l" t="t" r="r" b="b"/>
              <a:pathLst>
                <a:path w="884" h="539" extrusionOk="0">
                  <a:moveTo>
                    <a:pt x="576" y="1"/>
                  </a:moveTo>
                  <a:lnTo>
                    <a:pt x="269" y="39"/>
                  </a:lnTo>
                  <a:lnTo>
                    <a:pt x="1" y="116"/>
                  </a:lnTo>
                  <a:lnTo>
                    <a:pt x="39" y="423"/>
                  </a:lnTo>
                  <a:lnTo>
                    <a:pt x="39" y="538"/>
                  </a:lnTo>
                  <a:lnTo>
                    <a:pt x="154" y="500"/>
                  </a:lnTo>
                  <a:lnTo>
                    <a:pt x="423" y="423"/>
                  </a:lnTo>
                  <a:lnTo>
                    <a:pt x="576" y="385"/>
                  </a:lnTo>
                  <a:lnTo>
                    <a:pt x="692" y="270"/>
                  </a:lnTo>
                  <a:lnTo>
                    <a:pt x="807" y="193"/>
                  </a:lnTo>
                  <a:lnTo>
                    <a:pt x="884" y="39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3453932" y="446646"/>
              <a:ext cx="32905" cy="16435"/>
            </a:xfrm>
            <a:custGeom>
              <a:avLst/>
              <a:gdLst/>
              <a:ahLst/>
              <a:cxnLst/>
              <a:rect l="l" t="t" r="r" b="b"/>
              <a:pathLst>
                <a:path w="923" h="461" extrusionOk="0">
                  <a:moveTo>
                    <a:pt x="846" y="0"/>
                  </a:moveTo>
                  <a:lnTo>
                    <a:pt x="78" y="192"/>
                  </a:lnTo>
                  <a:lnTo>
                    <a:pt x="1" y="192"/>
                  </a:lnTo>
                  <a:lnTo>
                    <a:pt x="1" y="269"/>
                  </a:lnTo>
                  <a:lnTo>
                    <a:pt x="116" y="384"/>
                  </a:lnTo>
                  <a:lnTo>
                    <a:pt x="193" y="461"/>
                  </a:lnTo>
                  <a:lnTo>
                    <a:pt x="308" y="461"/>
                  </a:lnTo>
                  <a:lnTo>
                    <a:pt x="423" y="422"/>
                  </a:lnTo>
                  <a:lnTo>
                    <a:pt x="692" y="269"/>
                  </a:lnTo>
                  <a:lnTo>
                    <a:pt x="884" y="77"/>
                  </a:lnTo>
                  <a:lnTo>
                    <a:pt x="922" y="38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3477211" y="397342"/>
              <a:ext cx="20570" cy="19215"/>
            </a:xfrm>
            <a:custGeom>
              <a:avLst/>
              <a:gdLst/>
              <a:ahLst/>
              <a:cxnLst/>
              <a:rect l="l" t="t" r="r" b="b"/>
              <a:pathLst>
                <a:path w="577" h="539" extrusionOk="0">
                  <a:moveTo>
                    <a:pt x="423" y="1"/>
                  </a:moveTo>
                  <a:lnTo>
                    <a:pt x="116" y="78"/>
                  </a:lnTo>
                  <a:lnTo>
                    <a:pt x="1" y="116"/>
                  </a:lnTo>
                  <a:lnTo>
                    <a:pt x="39" y="423"/>
                  </a:lnTo>
                  <a:lnTo>
                    <a:pt x="39" y="538"/>
                  </a:lnTo>
                  <a:lnTo>
                    <a:pt x="231" y="500"/>
                  </a:lnTo>
                  <a:lnTo>
                    <a:pt x="384" y="423"/>
                  </a:lnTo>
                  <a:lnTo>
                    <a:pt x="576" y="346"/>
                  </a:lnTo>
                  <a:lnTo>
                    <a:pt x="538" y="155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5"/>
            <p:cNvSpPr/>
            <p:nvPr/>
          </p:nvSpPr>
          <p:spPr>
            <a:xfrm>
              <a:off x="3471757" y="395987"/>
              <a:ext cx="38324" cy="8235"/>
            </a:xfrm>
            <a:custGeom>
              <a:avLst/>
              <a:gdLst/>
              <a:ahLst/>
              <a:cxnLst/>
              <a:rect l="l" t="t" r="r" b="b"/>
              <a:pathLst>
                <a:path w="1075" h="231" extrusionOk="0">
                  <a:moveTo>
                    <a:pt x="422" y="1"/>
                  </a:moveTo>
                  <a:lnTo>
                    <a:pt x="0" y="116"/>
                  </a:lnTo>
                  <a:lnTo>
                    <a:pt x="38" y="231"/>
                  </a:lnTo>
                  <a:lnTo>
                    <a:pt x="422" y="116"/>
                  </a:lnTo>
                  <a:lnTo>
                    <a:pt x="729" y="77"/>
                  </a:lnTo>
                  <a:lnTo>
                    <a:pt x="960" y="116"/>
                  </a:lnTo>
                  <a:lnTo>
                    <a:pt x="998" y="116"/>
                  </a:lnTo>
                  <a:lnTo>
                    <a:pt x="1037" y="154"/>
                  </a:lnTo>
                  <a:lnTo>
                    <a:pt x="1075" y="39"/>
                  </a:lnTo>
                  <a:lnTo>
                    <a:pt x="96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5"/>
            <p:cNvSpPr/>
            <p:nvPr/>
          </p:nvSpPr>
          <p:spPr>
            <a:xfrm>
              <a:off x="3432043" y="400087"/>
              <a:ext cx="9625" cy="16470"/>
            </a:xfrm>
            <a:custGeom>
              <a:avLst/>
              <a:gdLst/>
              <a:ahLst/>
              <a:cxnLst/>
              <a:rect l="l" t="t" r="r" b="b"/>
              <a:pathLst>
                <a:path w="270" h="462" extrusionOk="0">
                  <a:moveTo>
                    <a:pt x="1" y="1"/>
                  </a:moveTo>
                  <a:lnTo>
                    <a:pt x="39" y="423"/>
                  </a:lnTo>
                  <a:lnTo>
                    <a:pt x="269" y="461"/>
                  </a:lnTo>
                  <a:lnTo>
                    <a:pt x="269" y="1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5"/>
            <p:cNvSpPr/>
            <p:nvPr/>
          </p:nvSpPr>
          <p:spPr>
            <a:xfrm>
              <a:off x="3471757" y="356309"/>
              <a:ext cx="50659" cy="19180"/>
            </a:xfrm>
            <a:custGeom>
              <a:avLst/>
              <a:gdLst/>
              <a:ahLst/>
              <a:cxnLst/>
              <a:rect l="l" t="t" r="r" b="b"/>
              <a:pathLst>
                <a:path w="1421" h="538" extrusionOk="0">
                  <a:moveTo>
                    <a:pt x="461" y="0"/>
                  </a:moveTo>
                  <a:lnTo>
                    <a:pt x="307" y="39"/>
                  </a:lnTo>
                  <a:lnTo>
                    <a:pt x="192" y="115"/>
                  </a:lnTo>
                  <a:lnTo>
                    <a:pt x="115" y="154"/>
                  </a:lnTo>
                  <a:lnTo>
                    <a:pt x="0" y="307"/>
                  </a:lnTo>
                  <a:lnTo>
                    <a:pt x="0" y="423"/>
                  </a:lnTo>
                  <a:lnTo>
                    <a:pt x="115" y="384"/>
                  </a:lnTo>
                  <a:lnTo>
                    <a:pt x="768" y="384"/>
                  </a:lnTo>
                  <a:lnTo>
                    <a:pt x="998" y="423"/>
                  </a:lnTo>
                  <a:lnTo>
                    <a:pt x="1190" y="499"/>
                  </a:lnTo>
                  <a:lnTo>
                    <a:pt x="1382" y="538"/>
                  </a:lnTo>
                  <a:lnTo>
                    <a:pt x="1421" y="499"/>
                  </a:lnTo>
                  <a:lnTo>
                    <a:pt x="1421" y="423"/>
                  </a:lnTo>
                  <a:lnTo>
                    <a:pt x="1344" y="346"/>
                  </a:lnTo>
                  <a:lnTo>
                    <a:pt x="1229" y="231"/>
                  </a:lnTo>
                  <a:lnTo>
                    <a:pt x="1075" y="115"/>
                  </a:lnTo>
                  <a:lnTo>
                    <a:pt x="883" y="39"/>
                  </a:lnTo>
                  <a:lnTo>
                    <a:pt x="6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5"/>
            <p:cNvSpPr/>
            <p:nvPr/>
          </p:nvSpPr>
          <p:spPr>
            <a:xfrm>
              <a:off x="3430688" y="360409"/>
              <a:ext cx="16435" cy="12335"/>
            </a:xfrm>
            <a:custGeom>
              <a:avLst/>
              <a:gdLst/>
              <a:ahLst/>
              <a:cxnLst/>
              <a:rect l="l" t="t" r="r" b="b"/>
              <a:pathLst>
                <a:path w="461" h="346" extrusionOk="0">
                  <a:moveTo>
                    <a:pt x="39" y="0"/>
                  </a:moveTo>
                  <a:lnTo>
                    <a:pt x="0" y="346"/>
                  </a:lnTo>
                  <a:lnTo>
                    <a:pt x="231" y="308"/>
                  </a:lnTo>
                  <a:lnTo>
                    <a:pt x="461" y="308"/>
                  </a:lnTo>
                  <a:lnTo>
                    <a:pt x="461" y="231"/>
                  </a:lnTo>
                  <a:lnTo>
                    <a:pt x="461" y="192"/>
                  </a:lnTo>
                  <a:lnTo>
                    <a:pt x="346" y="77"/>
                  </a:lnTo>
                  <a:lnTo>
                    <a:pt x="231" y="3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5"/>
            <p:cNvSpPr/>
            <p:nvPr/>
          </p:nvSpPr>
          <p:spPr>
            <a:xfrm>
              <a:off x="3445732" y="404187"/>
              <a:ext cx="23315" cy="39750"/>
            </a:xfrm>
            <a:custGeom>
              <a:avLst/>
              <a:gdLst/>
              <a:ahLst/>
              <a:cxnLst/>
              <a:rect l="l" t="t" r="r" b="b"/>
              <a:pathLst>
                <a:path w="654" h="1115" extrusionOk="0">
                  <a:moveTo>
                    <a:pt x="1" y="1"/>
                  </a:moveTo>
                  <a:lnTo>
                    <a:pt x="1" y="270"/>
                  </a:lnTo>
                  <a:lnTo>
                    <a:pt x="1" y="615"/>
                  </a:lnTo>
                  <a:lnTo>
                    <a:pt x="77" y="1037"/>
                  </a:lnTo>
                  <a:lnTo>
                    <a:pt x="77" y="1076"/>
                  </a:lnTo>
                  <a:lnTo>
                    <a:pt x="193" y="1114"/>
                  </a:lnTo>
                  <a:lnTo>
                    <a:pt x="346" y="1076"/>
                  </a:lnTo>
                  <a:lnTo>
                    <a:pt x="500" y="999"/>
                  </a:lnTo>
                  <a:lnTo>
                    <a:pt x="653" y="922"/>
                  </a:lnTo>
                  <a:lnTo>
                    <a:pt x="576" y="807"/>
                  </a:lnTo>
                  <a:lnTo>
                    <a:pt x="576" y="846"/>
                  </a:lnTo>
                  <a:lnTo>
                    <a:pt x="423" y="922"/>
                  </a:lnTo>
                  <a:lnTo>
                    <a:pt x="308" y="999"/>
                  </a:lnTo>
                  <a:lnTo>
                    <a:pt x="151" y="999"/>
                  </a:lnTo>
                  <a:lnTo>
                    <a:pt x="116" y="615"/>
                  </a:lnTo>
                  <a:lnTo>
                    <a:pt x="116" y="270"/>
                  </a:lnTo>
                  <a:lnTo>
                    <a:pt x="116" y="78"/>
                  </a:lnTo>
                  <a:lnTo>
                    <a:pt x="1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5"/>
            <p:cNvSpPr/>
            <p:nvPr/>
          </p:nvSpPr>
          <p:spPr>
            <a:xfrm>
              <a:off x="3531969" y="1033797"/>
              <a:ext cx="82138" cy="102672"/>
            </a:xfrm>
            <a:custGeom>
              <a:avLst/>
              <a:gdLst/>
              <a:ahLst/>
              <a:cxnLst/>
              <a:rect l="l" t="t" r="r" b="b"/>
              <a:pathLst>
                <a:path w="2304" h="2880" extrusionOk="0">
                  <a:moveTo>
                    <a:pt x="0" y="0"/>
                  </a:moveTo>
                  <a:lnTo>
                    <a:pt x="39" y="307"/>
                  </a:lnTo>
                  <a:lnTo>
                    <a:pt x="115" y="653"/>
                  </a:lnTo>
                  <a:lnTo>
                    <a:pt x="307" y="1075"/>
                  </a:lnTo>
                  <a:lnTo>
                    <a:pt x="538" y="1536"/>
                  </a:lnTo>
                  <a:lnTo>
                    <a:pt x="691" y="1766"/>
                  </a:lnTo>
                  <a:lnTo>
                    <a:pt x="883" y="1996"/>
                  </a:lnTo>
                  <a:lnTo>
                    <a:pt x="1114" y="2227"/>
                  </a:lnTo>
                  <a:lnTo>
                    <a:pt x="1382" y="2457"/>
                  </a:lnTo>
                  <a:lnTo>
                    <a:pt x="1689" y="2688"/>
                  </a:lnTo>
                  <a:lnTo>
                    <a:pt x="2035" y="2879"/>
                  </a:lnTo>
                  <a:lnTo>
                    <a:pt x="2304" y="1920"/>
                  </a:lnTo>
                  <a:lnTo>
                    <a:pt x="2150" y="1843"/>
                  </a:lnTo>
                  <a:lnTo>
                    <a:pt x="1958" y="1728"/>
                  </a:lnTo>
                  <a:lnTo>
                    <a:pt x="1728" y="1536"/>
                  </a:lnTo>
                  <a:lnTo>
                    <a:pt x="1536" y="1267"/>
                  </a:lnTo>
                  <a:lnTo>
                    <a:pt x="1344" y="960"/>
                  </a:lnTo>
                  <a:lnTo>
                    <a:pt x="1267" y="768"/>
                  </a:lnTo>
                  <a:lnTo>
                    <a:pt x="1229" y="538"/>
                  </a:lnTo>
                  <a:lnTo>
                    <a:pt x="1190" y="307"/>
                  </a:lnTo>
                  <a:lnTo>
                    <a:pt x="1152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5"/>
            <p:cNvSpPr/>
            <p:nvPr/>
          </p:nvSpPr>
          <p:spPr>
            <a:xfrm>
              <a:off x="3352651" y="1031052"/>
              <a:ext cx="280637" cy="852712"/>
            </a:xfrm>
            <a:custGeom>
              <a:avLst/>
              <a:gdLst/>
              <a:ahLst/>
              <a:cxnLst/>
              <a:rect l="l" t="t" r="r" b="b"/>
              <a:pathLst>
                <a:path w="7872" h="23919" extrusionOk="0">
                  <a:moveTo>
                    <a:pt x="7794" y="0"/>
                  </a:moveTo>
                  <a:lnTo>
                    <a:pt x="7679" y="461"/>
                  </a:lnTo>
                  <a:lnTo>
                    <a:pt x="7487" y="1229"/>
                  </a:lnTo>
                  <a:lnTo>
                    <a:pt x="7219" y="2189"/>
                  </a:lnTo>
                  <a:lnTo>
                    <a:pt x="6911" y="3264"/>
                  </a:lnTo>
                  <a:lnTo>
                    <a:pt x="6489" y="4300"/>
                  </a:lnTo>
                  <a:lnTo>
                    <a:pt x="5606" y="6489"/>
                  </a:lnTo>
                  <a:lnTo>
                    <a:pt x="4378" y="9560"/>
                  </a:lnTo>
                  <a:lnTo>
                    <a:pt x="2842" y="13514"/>
                  </a:lnTo>
                  <a:lnTo>
                    <a:pt x="1" y="23918"/>
                  </a:lnTo>
                  <a:lnTo>
                    <a:pt x="116" y="23918"/>
                  </a:lnTo>
                  <a:lnTo>
                    <a:pt x="2911" y="13544"/>
                  </a:lnTo>
                  <a:lnTo>
                    <a:pt x="2911" y="13544"/>
                  </a:lnTo>
                  <a:lnTo>
                    <a:pt x="2919" y="13553"/>
                  </a:lnTo>
                  <a:lnTo>
                    <a:pt x="3072" y="13207"/>
                  </a:lnTo>
                  <a:lnTo>
                    <a:pt x="4800" y="8792"/>
                  </a:lnTo>
                  <a:lnTo>
                    <a:pt x="5836" y="6181"/>
                  </a:lnTo>
                  <a:lnTo>
                    <a:pt x="6604" y="4339"/>
                  </a:lnTo>
                  <a:lnTo>
                    <a:pt x="6873" y="3686"/>
                  </a:lnTo>
                  <a:lnTo>
                    <a:pt x="7103" y="2956"/>
                  </a:lnTo>
                  <a:lnTo>
                    <a:pt x="7526" y="1536"/>
                  </a:lnTo>
                  <a:lnTo>
                    <a:pt x="7794" y="461"/>
                  </a:lnTo>
                  <a:lnTo>
                    <a:pt x="7871" y="39"/>
                  </a:lnTo>
                  <a:lnTo>
                    <a:pt x="7794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5"/>
            <p:cNvSpPr/>
            <p:nvPr/>
          </p:nvSpPr>
          <p:spPr>
            <a:xfrm>
              <a:off x="3100820" y="1909710"/>
              <a:ext cx="158821" cy="87628"/>
            </a:xfrm>
            <a:custGeom>
              <a:avLst/>
              <a:gdLst/>
              <a:ahLst/>
              <a:cxnLst/>
              <a:rect l="l" t="t" r="r" b="b"/>
              <a:pathLst>
                <a:path w="4455" h="2458" extrusionOk="0">
                  <a:moveTo>
                    <a:pt x="2957" y="1"/>
                  </a:moveTo>
                  <a:lnTo>
                    <a:pt x="2496" y="78"/>
                  </a:lnTo>
                  <a:lnTo>
                    <a:pt x="2112" y="193"/>
                  </a:lnTo>
                  <a:lnTo>
                    <a:pt x="1728" y="346"/>
                  </a:lnTo>
                  <a:lnTo>
                    <a:pt x="1421" y="500"/>
                  </a:lnTo>
                  <a:lnTo>
                    <a:pt x="1153" y="692"/>
                  </a:lnTo>
                  <a:lnTo>
                    <a:pt x="922" y="922"/>
                  </a:lnTo>
                  <a:lnTo>
                    <a:pt x="692" y="1114"/>
                  </a:lnTo>
                  <a:lnTo>
                    <a:pt x="538" y="1345"/>
                  </a:lnTo>
                  <a:lnTo>
                    <a:pt x="270" y="1767"/>
                  </a:lnTo>
                  <a:lnTo>
                    <a:pt x="116" y="2112"/>
                  </a:lnTo>
                  <a:lnTo>
                    <a:pt x="1" y="2458"/>
                  </a:lnTo>
                  <a:lnTo>
                    <a:pt x="4454" y="2458"/>
                  </a:lnTo>
                  <a:lnTo>
                    <a:pt x="4339" y="1959"/>
                  </a:lnTo>
                  <a:lnTo>
                    <a:pt x="4224" y="1536"/>
                  </a:lnTo>
                  <a:lnTo>
                    <a:pt x="4032" y="1153"/>
                  </a:lnTo>
                  <a:lnTo>
                    <a:pt x="3840" y="845"/>
                  </a:lnTo>
                  <a:lnTo>
                    <a:pt x="3610" y="577"/>
                  </a:lnTo>
                  <a:lnTo>
                    <a:pt x="3379" y="346"/>
                  </a:lnTo>
                  <a:lnTo>
                    <a:pt x="3187" y="154"/>
                  </a:lnTo>
                  <a:lnTo>
                    <a:pt x="295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5"/>
            <p:cNvSpPr/>
            <p:nvPr/>
          </p:nvSpPr>
          <p:spPr>
            <a:xfrm>
              <a:off x="3221281" y="1904256"/>
              <a:ext cx="47949" cy="50659"/>
            </a:xfrm>
            <a:custGeom>
              <a:avLst/>
              <a:gdLst/>
              <a:ahLst/>
              <a:cxnLst/>
              <a:rect l="l" t="t" r="r" b="b"/>
              <a:pathLst>
                <a:path w="1345" h="1421" extrusionOk="0">
                  <a:moveTo>
                    <a:pt x="77" y="0"/>
                  </a:moveTo>
                  <a:lnTo>
                    <a:pt x="0" y="192"/>
                  </a:lnTo>
                  <a:lnTo>
                    <a:pt x="192" y="307"/>
                  </a:lnTo>
                  <a:lnTo>
                    <a:pt x="499" y="576"/>
                  </a:lnTo>
                  <a:lnTo>
                    <a:pt x="691" y="730"/>
                  </a:lnTo>
                  <a:lnTo>
                    <a:pt x="883" y="922"/>
                  </a:lnTo>
                  <a:lnTo>
                    <a:pt x="1037" y="1152"/>
                  </a:lnTo>
                  <a:lnTo>
                    <a:pt x="1152" y="1421"/>
                  </a:lnTo>
                  <a:lnTo>
                    <a:pt x="1344" y="1344"/>
                  </a:lnTo>
                  <a:lnTo>
                    <a:pt x="1190" y="1037"/>
                  </a:lnTo>
                  <a:lnTo>
                    <a:pt x="999" y="768"/>
                  </a:lnTo>
                  <a:lnTo>
                    <a:pt x="807" y="538"/>
                  </a:lnTo>
                  <a:lnTo>
                    <a:pt x="615" y="346"/>
                  </a:lnTo>
                  <a:lnTo>
                    <a:pt x="231" y="115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5"/>
            <p:cNvSpPr/>
            <p:nvPr/>
          </p:nvSpPr>
          <p:spPr>
            <a:xfrm>
              <a:off x="3311618" y="1148731"/>
              <a:ext cx="76683" cy="38359"/>
            </a:xfrm>
            <a:custGeom>
              <a:avLst/>
              <a:gdLst/>
              <a:ahLst/>
              <a:cxnLst/>
              <a:rect l="l" t="t" r="r" b="b"/>
              <a:pathLst>
                <a:path w="2151" h="1076" extrusionOk="0">
                  <a:moveTo>
                    <a:pt x="39" y="1"/>
                  </a:moveTo>
                  <a:lnTo>
                    <a:pt x="0" y="78"/>
                  </a:lnTo>
                  <a:lnTo>
                    <a:pt x="2112" y="1076"/>
                  </a:lnTo>
                  <a:lnTo>
                    <a:pt x="2150" y="999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5"/>
            <p:cNvSpPr/>
            <p:nvPr/>
          </p:nvSpPr>
          <p:spPr>
            <a:xfrm>
              <a:off x="3325307" y="1184345"/>
              <a:ext cx="62994" cy="8235"/>
            </a:xfrm>
            <a:custGeom>
              <a:avLst/>
              <a:gdLst/>
              <a:ahLst/>
              <a:cxnLst/>
              <a:rect l="l" t="t" r="r" b="b"/>
              <a:pathLst>
                <a:path w="1767" h="231" extrusionOk="0">
                  <a:moveTo>
                    <a:pt x="1766" y="0"/>
                  </a:moveTo>
                  <a:lnTo>
                    <a:pt x="0" y="115"/>
                  </a:lnTo>
                  <a:lnTo>
                    <a:pt x="0" y="231"/>
                  </a:lnTo>
                  <a:lnTo>
                    <a:pt x="1766" y="77"/>
                  </a:lnTo>
                  <a:lnTo>
                    <a:pt x="176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5"/>
            <p:cNvSpPr/>
            <p:nvPr/>
          </p:nvSpPr>
          <p:spPr>
            <a:xfrm>
              <a:off x="3063887" y="575270"/>
              <a:ext cx="68448" cy="147876"/>
            </a:xfrm>
            <a:custGeom>
              <a:avLst/>
              <a:gdLst/>
              <a:ahLst/>
              <a:cxnLst/>
              <a:rect l="l" t="t" r="r" b="b"/>
              <a:pathLst>
                <a:path w="1920" h="4148" extrusionOk="0">
                  <a:moveTo>
                    <a:pt x="1152" y="1"/>
                  </a:moveTo>
                  <a:lnTo>
                    <a:pt x="1037" y="39"/>
                  </a:lnTo>
                  <a:lnTo>
                    <a:pt x="922" y="154"/>
                  </a:lnTo>
                  <a:lnTo>
                    <a:pt x="768" y="308"/>
                  </a:lnTo>
                  <a:lnTo>
                    <a:pt x="615" y="538"/>
                  </a:lnTo>
                  <a:lnTo>
                    <a:pt x="346" y="1076"/>
                  </a:lnTo>
                  <a:lnTo>
                    <a:pt x="115" y="1537"/>
                  </a:lnTo>
                  <a:lnTo>
                    <a:pt x="39" y="1728"/>
                  </a:lnTo>
                  <a:lnTo>
                    <a:pt x="0" y="2074"/>
                  </a:lnTo>
                  <a:lnTo>
                    <a:pt x="39" y="2381"/>
                  </a:lnTo>
                  <a:lnTo>
                    <a:pt x="77" y="2688"/>
                  </a:lnTo>
                  <a:lnTo>
                    <a:pt x="154" y="2919"/>
                  </a:lnTo>
                  <a:lnTo>
                    <a:pt x="231" y="3149"/>
                  </a:lnTo>
                  <a:lnTo>
                    <a:pt x="346" y="3341"/>
                  </a:lnTo>
                  <a:lnTo>
                    <a:pt x="499" y="3533"/>
                  </a:lnTo>
                  <a:lnTo>
                    <a:pt x="653" y="3648"/>
                  </a:lnTo>
                  <a:lnTo>
                    <a:pt x="960" y="3878"/>
                  </a:lnTo>
                  <a:lnTo>
                    <a:pt x="1190" y="4032"/>
                  </a:lnTo>
                  <a:lnTo>
                    <a:pt x="1459" y="4147"/>
                  </a:lnTo>
                  <a:lnTo>
                    <a:pt x="1421" y="3610"/>
                  </a:lnTo>
                  <a:lnTo>
                    <a:pt x="1421" y="3149"/>
                  </a:lnTo>
                  <a:lnTo>
                    <a:pt x="1421" y="2842"/>
                  </a:lnTo>
                  <a:lnTo>
                    <a:pt x="1498" y="2650"/>
                  </a:lnTo>
                  <a:lnTo>
                    <a:pt x="1613" y="2458"/>
                  </a:lnTo>
                  <a:lnTo>
                    <a:pt x="1651" y="2228"/>
                  </a:lnTo>
                  <a:lnTo>
                    <a:pt x="1651" y="2112"/>
                  </a:lnTo>
                  <a:lnTo>
                    <a:pt x="1613" y="2036"/>
                  </a:lnTo>
                  <a:lnTo>
                    <a:pt x="1689" y="1920"/>
                  </a:lnTo>
                  <a:lnTo>
                    <a:pt x="1766" y="1728"/>
                  </a:lnTo>
                  <a:lnTo>
                    <a:pt x="1805" y="1498"/>
                  </a:lnTo>
                  <a:lnTo>
                    <a:pt x="1805" y="1383"/>
                  </a:lnTo>
                  <a:lnTo>
                    <a:pt x="1766" y="1229"/>
                  </a:lnTo>
                  <a:lnTo>
                    <a:pt x="1881" y="1037"/>
                  </a:lnTo>
                  <a:lnTo>
                    <a:pt x="1920" y="884"/>
                  </a:lnTo>
                  <a:lnTo>
                    <a:pt x="1881" y="807"/>
                  </a:lnTo>
                  <a:lnTo>
                    <a:pt x="1843" y="730"/>
                  </a:lnTo>
                  <a:lnTo>
                    <a:pt x="1766" y="692"/>
                  </a:lnTo>
                  <a:lnTo>
                    <a:pt x="1689" y="730"/>
                  </a:lnTo>
                  <a:lnTo>
                    <a:pt x="1459" y="807"/>
                  </a:lnTo>
                  <a:lnTo>
                    <a:pt x="1229" y="922"/>
                  </a:lnTo>
                  <a:lnTo>
                    <a:pt x="998" y="1076"/>
                  </a:lnTo>
                  <a:lnTo>
                    <a:pt x="1075" y="845"/>
                  </a:lnTo>
                  <a:lnTo>
                    <a:pt x="1306" y="423"/>
                  </a:lnTo>
                  <a:lnTo>
                    <a:pt x="1344" y="308"/>
                  </a:lnTo>
                  <a:lnTo>
                    <a:pt x="1344" y="193"/>
                  </a:lnTo>
                  <a:lnTo>
                    <a:pt x="1344" y="116"/>
                  </a:lnTo>
                  <a:lnTo>
                    <a:pt x="1306" y="39"/>
                  </a:lnTo>
                  <a:lnTo>
                    <a:pt x="1267" y="1"/>
                  </a:lnTo>
                  <a:close/>
                </a:path>
              </a:pathLst>
            </a:custGeom>
            <a:solidFill>
              <a:srgbClr val="D870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5"/>
            <p:cNvSpPr/>
            <p:nvPr/>
          </p:nvSpPr>
          <p:spPr>
            <a:xfrm>
              <a:off x="3099466" y="617729"/>
              <a:ext cx="28770" cy="24670"/>
            </a:xfrm>
            <a:custGeom>
              <a:avLst/>
              <a:gdLst/>
              <a:ahLst/>
              <a:cxnLst/>
              <a:rect l="l" t="t" r="r" b="b"/>
              <a:pathLst>
                <a:path w="807" h="692" extrusionOk="0">
                  <a:moveTo>
                    <a:pt x="730" y="0"/>
                  </a:moveTo>
                  <a:lnTo>
                    <a:pt x="0" y="614"/>
                  </a:lnTo>
                  <a:lnTo>
                    <a:pt x="39" y="691"/>
                  </a:lnTo>
                  <a:lnTo>
                    <a:pt x="807" y="115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5"/>
            <p:cNvSpPr/>
            <p:nvPr/>
          </p:nvSpPr>
          <p:spPr>
            <a:xfrm>
              <a:off x="3525125" y="729954"/>
              <a:ext cx="97218" cy="112262"/>
            </a:xfrm>
            <a:custGeom>
              <a:avLst/>
              <a:gdLst/>
              <a:ahLst/>
              <a:cxnLst/>
              <a:rect l="l" t="t" r="r" b="b"/>
              <a:pathLst>
                <a:path w="2727" h="3149" extrusionOk="0">
                  <a:moveTo>
                    <a:pt x="0" y="0"/>
                  </a:moveTo>
                  <a:lnTo>
                    <a:pt x="115" y="384"/>
                  </a:lnTo>
                  <a:lnTo>
                    <a:pt x="269" y="806"/>
                  </a:lnTo>
                  <a:lnTo>
                    <a:pt x="538" y="1305"/>
                  </a:lnTo>
                  <a:lnTo>
                    <a:pt x="922" y="1843"/>
                  </a:lnTo>
                  <a:lnTo>
                    <a:pt x="1152" y="2112"/>
                  </a:lnTo>
                  <a:lnTo>
                    <a:pt x="1382" y="2342"/>
                  </a:lnTo>
                  <a:lnTo>
                    <a:pt x="1690" y="2572"/>
                  </a:lnTo>
                  <a:lnTo>
                    <a:pt x="1997" y="2803"/>
                  </a:lnTo>
                  <a:lnTo>
                    <a:pt x="2342" y="2995"/>
                  </a:lnTo>
                  <a:lnTo>
                    <a:pt x="2726" y="3148"/>
                  </a:lnTo>
                  <a:lnTo>
                    <a:pt x="2496" y="2419"/>
                  </a:lnTo>
                  <a:lnTo>
                    <a:pt x="2227" y="1766"/>
                  </a:lnTo>
                  <a:lnTo>
                    <a:pt x="1920" y="1190"/>
                  </a:lnTo>
                  <a:lnTo>
                    <a:pt x="1574" y="768"/>
                  </a:lnTo>
                  <a:lnTo>
                    <a:pt x="1382" y="576"/>
                  </a:lnTo>
                  <a:lnTo>
                    <a:pt x="1190" y="422"/>
                  </a:lnTo>
                  <a:lnTo>
                    <a:pt x="998" y="269"/>
                  </a:lnTo>
                  <a:lnTo>
                    <a:pt x="807" y="154"/>
                  </a:lnTo>
                  <a:lnTo>
                    <a:pt x="615" y="77"/>
                  </a:lnTo>
                  <a:lnTo>
                    <a:pt x="384" y="39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5"/>
            <p:cNvSpPr/>
            <p:nvPr/>
          </p:nvSpPr>
          <p:spPr>
            <a:xfrm>
              <a:off x="3103565" y="646462"/>
              <a:ext cx="19215" cy="17825"/>
            </a:xfrm>
            <a:custGeom>
              <a:avLst/>
              <a:gdLst/>
              <a:ahLst/>
              <a:cxnLst/>
              <a:rect l="l" t="t" r="r" b="b"/>
              <a:pathLst>
                <a:path w="539" h="500" extrusionOk="0">
                  <a:moveTo>
                    <a:pt x="461" y="0"/>
                  </a:moveTo>
                  <a:lnTo>
                    <a:pt x="1" y="423"/>
                  </a:lnTo>
                  <a:lnTo>
                    <a:pt x="77" y="499"/>
                  </a:lnTo>
                  <a:lnTo>
                    <a:pt x="538" y="77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5"/>
            <p:cNvSpPr/>
            <p:nvPr/>
          </p:nvSpPr>
          <p:spPr>
            <a:xfrm>
              <a:off x="3143244" y="565716"/>
              <a:ext cx="68484" cy="253222"/>
            </a:xfrm>
            <a:custGeom>
              <a:avLst/>
              <a:gdLst/>
              <a:ahLst/>
              <a:cxnLst/>
              <a:rect l="l" t="t" r="r" b="b"/>
              <a:pathLst>
                <a:path w="1921" h="7103" extrusionOk="0">
                  <a:moveTo>
                    <a:pt x="1" y="0"/>
                  </a:moveTo>
                  <a:lnTo>
                    <a:pt x="1114" y="7064"/>
                  </a:lnTo>
                  <a:lnTo>
                    <a:pt x="1230" y="7064"/>
                  </a:lnTo>
                  <a:lnTo>
                    <a:pt x="1421" y="7103"/>
                  </a:lnTo>
                  <a:lnTo>
                    <a:pt x="1690" y="7064"/>
                  </a:lnTo>
                  <a:lnTo>
                    <a:pt x="1805" y="7026"/>
                  </a:lnTo>
                  <a:lnTo>
                    <a:pt x="1921" y="6949"/>
                  </a:lnTo>
                  <a:lnTo>
                    <a:pt x="999" y="0"/>
                  </a:lnTo>
                  <a:lnTo>
                    <a:pt x="884" y="77"/>
                  </a:lnTo>
                  <a:lnTo>
                    <a:pt x="577" y="154"/>
                  </a:lnTo>
                  <a:lnTo>
                    <a:pt x="423" y="192"/>
                  </a:lnTo>
                  <a:lnTo>
                    <a:pt x="270" y="154"/>
                  </a:lnTo>
                  <a:lnTo>
                    <a:pt x="116" y="1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5"/>
            <p:cNvSpPr/>
            <p:nvPr/>
          </p:nvSpPr>
          <p:spPr>
            <a:xfrm>
              <a:off x="3178858" y="513703"/>
              <a:ext cx="188909" cy="299781"/>
            </a:xfrm>
            <a:custGeom>
              <a:avLst/>
              <a:gdLst/>
              <a:ahLst/>
              <a:cxnLst/>
              <a:rect l="l" t="t" r="r" b="b"/>
              <a:pathLst>
                <a:path w="5299" h="8409" extrusionOk="0">
                  <a:moveTo>
                    <a:pt x="4185" y="0"/>
                  </a:moveTo>
                  <a:lnTo>
                    <a:pt x="0" y="1459"/>
                  </a:lnTo>
                  <a:lnTo>
                    <a:pt x="922" y="8408"/>
                  </a:lnTo>
                  <a:lnTo>
                    <a:pt x="5298" y="7026"/>
                  </a:lnTo>
                  <a:lnTo>
                    <a:pt x="41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5"/>
            <p:cNvSpPr/>
            <p:nvPr/>
          </p:nvSpPr>
          <p:spPr>
            <a:xfrm>
              <a:off x="3250015" y="645072"/>
              <a:ext cx="381883" cy="317570"/>
            </a:xfrm>
            <a:custGeom>
              <a:avLst/>
              <a:gdLst/>
              <a:ahLst/>
              <a:cxnLst/>
              <a:rect l="l" t="t" r="r" b="b"/>
              <a:pathLst>
                <a:path w="10712" h="8908" extrusionOk="0">
                  <a:moveTo>
                    <a:pt x="1306" y="1"/>
                  </a:moveTo>
                  <a:lnTo>
                    <a:pt x="1267" y="78"/>
                  </a:lnTo>
                  <a:lnTo>
                    <a:pt x="1267" y="154"/>
                  </a:lnTo>
                  <a:lnTo>
                    <a:pt x="1306" y="270"/>
                  </a:lnTo>
                  <a:lnTo>
                    <a:pt x="1344" y="385"/>
                  </a:lnTo>
                  <a:lnTo>
                    <a:pt x="1536" y="692"/>
                  </a:lnTo>
                  <a:lnTo>
                    <a:pt x="1767" y="1037"/>
                  </a:lnTo>
                  <a:lnTo>
                    <a:pt x="500" y="692"/>
                  </a:lnTo>
                  <a:lnTo>
                    <a:pt x="346" y="654"/>
                  </a:lnTo>
                  <a:lnTo>
                    <a:pt x="193" y="654"/>
                  </a:lnTo>
                  <a:lnTo>
                    <a:pt x="154" y="692"/>
                  </a:lnTo>
                  <a:lnTo>
                    <a:pt x="116" y="730"/>
                  </a:lnTo>
                  <a:lnTo>
                    <a:pt x="116" y="807"/>
                  </a:lnTo>
                  <a:lnTo>
                    <a:pt x="154" y="884"/>
                  </a:lnTo>
                  <a:lnTo>
                    <a:pt x="231" y="961"/>
                  </a:lnTo>
                  <a:lnTo>
                    <a:pt x="384" y="1114"/>
                  </a:lnTo>
                  <a:lnTo>
                    <a:pt x="768" y="1383"/>
                  </a:lnTo>
                  <a:lnTo>
                    <a:pt x="1306" y="1728"/>
                  </a:lnTo>
                  <a:lnTo>
                    <a:pt x="1306" y="1728"/>
                  </a:lnTo>
                  <a:lnTo>
                    <a:pt x="884" y="1652"/>
                  </a:lnTo>
                  <a:lnTo>
                    <a:pt x="538" y="1613"/>
                  </a:lnTo>
                  <a:lnTo>
                    <a:pt x="231" y="1498"/>
                  </a:lnTo>
                  <a:lnTo>
                    <a:pt x="154" y="1460"/>
                  </a:lnTo>
                  <a:lnTo>
                    <a:pt x="77" y="1460"/>
                  </a:lnTo>
                  <a:lnTo>
                    <a:pt x="1" y="1498"/>
                  </a:lnTo>
                  <a:lnTo>
                    <a:pt x="1" y="1537"/>
                  </a:lnTo>
                  <a:lnTo>
                    <a:pt x="1" y="1613"/>
                  </a:lnTo>
                  <a:lnTo>
                    <a:pt x="77" y="1728"/>
                  </a:lnTo>
                  <a:lnTo>
                    <a:pt x="193" y="1844"/>
                  </a:lnTo>
                  <a:lnTo>
                    <a:pt x="346" y="1997"/>
                  </a:lnTo>
                  <a:lnTo>
                    <a:pt x="423" y="2151"/>
                  </a:lnTo>
                  <a:lnTo>
                    <a:pt x="500" y="2304"/>
                  </a:lnTo>
                  <a:lnTo>
                    <a:pt x="768" y="2535"/>
                  </a:lnTo>
                  <a:lnTo>
                    <a:pt x="1076" y="2765"/>
                  </a:lnTo>
                  <a:lnTo>
                    <a:pt x="1421" y="2957"/>
                  </a:lnTo>
                  <a:lnTo>
                    <a:pt x="1997" y="3187"/>
                  </a:lnTo>
                  <a:lnTo>
                    <a:pt x="2227" y="3303"/>
                  </a:lnTo>
                  <a:lnTo>
                    <a:pt x="2995" y="5145"/>
                  </a:lnTo>
                  <a:lnTo>
                    <a:pt x="3686" y="6681"/>
                  </a:lnTo>
                  <a:lnTo>
                    <a:pt x="4262" y="7986"/>
                  </a:lnTo>
                  <a:lnTo>
                    <a:pt x="4416" y="8217"/>
                  </a:lnTo>
                  <a:lnTo>
                    <a:pt x="4569" y="8409"/>
                  </a:lnTo>
                  <a:lnTo>
                    <a:pt x="4723" y="8562"/>
                  </a:lnTo>
                  <a:lnTo>
                    <a:pt x="4915" y="8677"/>
                  </a:lnTo>
                  <a:lnTo>
                    <a:pt x="5107" y="8793"/>
                  </a:lnTo>
                  <a:lnTo>
                    <a:pt x="5299" y="8869"/>
                  </a:lnTo>
                  <a:lnTo>
                    <a:pt x="5491" y="8908"/>
                  </a:lnTo>
                  <a:lnTo>
                    <a:pt x="5721" y="8908"/>
                  </a:lnTo>
                  <a:lnTo>
                    <a:pt x="6143" y="8869"/>
                  </a:lnTo>
                  <a:lnTo>
                    <a:pt x="6527" y="8793"/>
                  </a:lnTo>
                  <a:lnTo>
                    <a:pt x="6873" y="8639"/>
                  </a:lnTo>
                  <a:lnTo>
                    <a:pt x="7180" y="8485"/>
                  </a:lnTo>
                  <a:lnTo>
                    <a:pt x="7525" y="8178"/>
                  </a:lnTo>
                  <a:lnTo>
                    <a:pt x="7986" y="7718"/>
                  </a:lnTo>
                  <a:lnTo>
                    <a:pt x="9176" y="6451"/>
                  </a:lnTo>
                  <a:lnTo>
                    <a:pt x="10712" y="4761"/>
                  </a:lnTo>
                  <a:lnTo>
                    <a:pt x="10635" y="4531"/>
                  </a:lnTo>
                  <a:lnTo>
                    <a:pt x="10520" y="4301"/>
                  </a:lnTo>
                  <a:lnTo>
                    <a:pt x="10366" y="4070"/>
                  </a:lnTo>
                  <a:lnTo>
                    <a:pt x="10213" y="3840"/>
                  </a:lnTo>
                  <a:lnTo>
                    <a:pt x="9790" y="3456"/>
                  </a:lnTo>
                  <a:lnTo>
                    <a:pt x="9407" y="3111"/>
                  </a:lnTo>
                  <a:lnTo>
                    <a:pt x="8984" y="2842"/>
                  </a:lnTo>
                  <a:lnTo>
                    <a:pt x="8639" y="2611"/>
                  </a:lnTo>
                  <a:lnTo>
                    <a:pt x="8332" y="2458"/>
                  </a:lnTo>
                  <a:lnTo>
                    <a:pt x="6105" y="4992"/>
                  </a:lnTo>
                  <a:lnTo>
                    <a:pt x="4991" y="3264"/>
                  </a:lnTo>
                  <a:lnTo>
                    <a:pt x="4185" y="2112"/>
                  </a:lnTo>
                  <a:lnTo>
                    <a:pt x="3878" y="1652"/>
                  </a:lnTo>
                  <a:lnTo>
                    <a:pt x="3686" y="1421"/>
                  </a:lnTo>
                  <a:lnTo>
                    <a:pt x="3264" y="1114"/>
                  </a:lnTo>
                  <a:lnTo>
                    <a:pt x="2650" y="692"/>
                  </a:lnTo>
                  <a:lnTo>
                    <a:pt x="1767" y="154"/>
                  </a:lnTo>
                  <a:lnTo>
                    <a:pt x="1575" y="78"/>
                  </a:lnTo>
                  <a:lnTo>
                    <a:pt x="1421" y="1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5"/>
            <p:cNvSpPr/>
            <p:nvPr/>
          </p:nvSpPr>
          <p:spPr>
            <a:xfrm>
              <a:off x="3466267" y="821645"/>
              <a:ext cx="28770" cy="42459"/>
            </a:xfrm>
            <a:custGeom>
              <a:avLst/>
              <a:gdLst/>
              <a:ahLst/>
              <a:cxnLst/>
              <a:rect l="l" t="t" r="r" b="b"/>
              <a:pathLst>
                <a:path w="807" h="1191" extrusionOk="0">
                  <a:moveTo>
                    <a:pt x="77" y="0"/>
                  </a:moveTo>
                  <a:lnTo>
                    <a:pt x="0" y="77"/>
                  </a:lnTo>
                  <a:lnTo>
                    <a:pt x="691" y="1191"/>
                  </a:lnTo>
                  <a:lnTo>
                    <a:pt x="807" y="1114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5"/>
            <p:cNvSpPr/>
            <p:nvPr/>
          </p:nvSpPr>
          <p:spPr>
            <a:xfrm>
              <a:off x="3411509" y="925671"/>
              <a:ext cx="83528" cy="36969"/>
            </a:xfrm>
            <a:custGeom>
              <a:avLst/>
              <a:gdLst/>
              <a:ahLst/>
              <a:cxnLst/>
              <a:rect l="l" t="t" r="r" b="b"/>
              <a:pathLst>
                <a:path w="2343" h="1037" extrusionOk="0">
                  <a:moveTo>
                    <a:pt x="1076" y="0"/>
                  </a:moveTo>
                  <a:lnTo>
                    <a:pt x="769" y="39"/>
                  </a:lnTo>
                  <a:lnTo>
                    <a:pt x="461" y="115"/>
                  </a:lnTo>
                  <a:lnTo>
                    <a:pt x="193" y="269"/>
                  </a:lnTo>
                  <a:lnTo>
                    <a:pt x="1" y="499"/>
                  </a:lnTo>
                  <a:lnTo>
                    <a:pt x="116" y="614"/>
                  </a:lnTo>
                  <a:lnTo>
                    <a:pt x="270" y="730"/>
                  </a:lnTo>
                  <a:lnTo>
                    <a:pt x="577" y="922"/>
                  </a:lnTo>
                  <a:lnTo>
                    <a:pt x="922" y="998"/>
                  </a:lnTo>
                  <a:lnTo>
                    <a:pt x="1268" y="1037"/>
                  </a:lnTo>
                  <a:lnTo>
                    <a:pt x="1536" y="1037"/>
                  </a:lnTo>
                  <a:lnTo>
                    <a:pt x="1805" y="960"/>
                  </a:lnTo>
                  <a:lnTo>
                    <a:pt x="2074" y="883"/>
                  </a:lnTo>
                  <a:lnTo>
                    <a:pt x="2343" y="806"/>
                  </a:lnTo>
                  <a:lnTo>
                    <a:pt x="2227" y="614"/>
                  </a:lnTo>
                  <a:lnTo>
                    <a:pt x="2112" y="461"/>
                  </a:lnTo>
                  <a:lnTo>
                    <a:pt x="1959" y="346"/>
                  </a:lnTo>
                  <a:lnTo>
                    <a:pt x="1805" y="230"/>
                  </a:lnTo>
                  <a:lnTo>
                    <a:pt x="1652" y="115"/>
                  </a:lnTo>
                  <a:lnTo>
                    <a:pt x="1460" y="39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5"/>
            <p:cNvSpPr/>
            <p:nvPr/>
          </p:nvSpPr>
          <p:spPr>
            <a:xfrm>
              <a:off x="3260959" y="714874"/>
              <a:ext cx="28770" cy="17825"/>
            </a:xfrm>
            <a:custGeom>
              <a:avLst/>
              <a:gdLst/>
              <a:ahLst/>
              <a:cxnLst/>
              <a:rect l="l" t="t" r="r" b="b"/>
              <a:pathLst>
                <a:path w="807" h="500" extrusionOk="0">
                  <a:moveTo>
                    <a:pt x="39" y="1"/>
                  </a:moveTo>
                  <a:lnTo>
                    <a:pt x="1" y="78"/>
                  </a:lnTo>
                  <a:lnTo>
                    <a:pt x="730" y="500"/>
                  </a:lnTo>
                  <a:lnTo>
                    <a:pt x="807" y="385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5"/>
            <p:cNvSpPr/>
            <p:nvPr/>
          </p:nvSpPr>
          <p:spPr>
            <a:xfrm>
              <a:off x="3525125" y="590350"/>
              <a:ext cx="202599" cy="251867"/>
            </a:xfrm>
            <a:custGeom>
              <a:avLst/>
              <a:gdLst/>
              <a:ahLst/>
              <a:cxnLst/>
              <a:rect l="l" t="t" r="r" b="b"/>
              <a:pathLst>
                <a:path w="5683" h="7065" extrusionOk="0">
                  <a:moveTo>
                    <a:pt x="4108" y="0"/>
                  </a:moveTo>
                  <a:lnTo>
                    <a:pt x="3839" y="39"/>
                  </a:lnTo>
                  <a:lnTo>
                    <a:pt x="3571" y="115"/>
                  </a:lnTo>
                  <a:lnTo>
                    <a:pt x="3264" y="231"/>
                  </a:lnTo>
                  <a:lnTo>
                    <a:pt x="2995" y="384"/>
                  </a:lnTo>
                  <a:lnTo>
                    <a:pt x="2726" y="576"/>
                  </a:lnTo>
                  <a:lnTo>
                    <a:pt x="2227" y="998"/>
                  </a:lnTo>
                  <a:lnTo>
                    <a:pt x="1728" y="1536"/>
                  </a:lnTo>
                  <a:lnTo>
                    <a:pt x="1267" y="2073"/>
                  </a:lnTo>
                  <a:lnTo>
                    <a:pt x="845" y="2649"/>
                  </a:lnTo>
                  <a:lnTo>
                    <a:pt x="231" y="3571"/>
                  </a:lnTo>
                  <a:lnTo>
                    <a:pt x="0" y="3916"/>
                  </a:lnTo>
                  <a:lnTo>
                    <a:pt x="269" y="4070"/>
                  </a:lnTo>
                  <a:lnTo>
                    <a:pt x="615" y="4262"/>
                  </a:lnTo>
                  <a:lnTo>
                    <a:pt x="998" y="4569"/>
                  </a:lnTo>
                  <a:lnTo>
                    <a:pt x="1459" y="4991"/>
                  </a:lnTo>
                  <a:lnTo>
                    <a:pt x="1690" y="5221"/>
                  </a:lnTo>
                  <a:lnTo>
                    <a:pt x="1920" y="5529"/>
                  </a:lnTo>
                  <a:lnTo>
                    <a:pt x="2112" y="5874"/>
                  </a:lnTo>
                  <a:lnTo>
                    <a:pt x="2342" y="6220"/>
                  </a:lnTo>
                  <a:lnTo>
                    <a:pt x="2534" y="6642"/>
                  </a:lnTo>
                  <a:lnTo>
                    <a:pt x="2726" y="7064"/>
                  </a:lnTo>
                  <a:lnTo>
                    <a:pt x="2995" y="6796"/>
                  </a:lnTo>
                  <a:lnTo>
                    <a:pt x="3264" y="6488"/>
                  </a:lnTo>
                  <a:lnTo>
                    <a:pt x="3801" y="5797"/>
                  </a:lnTo>
                  <a:lnTo>
                    <a:pt x="4300" y="5068"/>
                  </a:lnTo>
                  <a:lnTo>
                    <a:pt x="4761" y="4300"/>
                  </a:lnTo>
                  <a:lnTo>
                    <a:pt x="5106" y="3609"/>
                  </a:lnTo>
                  <a:lnTo>
                    <a:pt x="5375" y="3033"/>
                  </a:lnTo>
                  <a:lnTo>
                    <a:pt x="5644" y="2496"/>
                  </a:lnTo>
                  <a:lnTo>
                    <a:pt x="5682" y="2035"/>
                  </a:lnTo>
                  <a:lnTo>
                    <a:pt x="5682" y="1574"/>
                  </a:lnTo>
                  <a:lnTo>
                    <a:pt x="5644" y="1190"/>
                  </a:lnTo>
                  <a:lnTo>
                    <a:pt x="5567" y="883"/>
                  </a:lnTo>
                  <a:lnTo>
                    <a:pt x="5452" y="614"/>
                  </a:lnTo>
                  <a:lnTo>
                    <a:pt x="5298" y="384"/>
                  </a:lnTo>
                  <a:lnTo>
                    <a:pt x="5106" y="231"/>
                  </a:lnTo>
                  <a:lnTo>
                    <a:pt x="4876" y="115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5"/>
            <p:cNvSpPr/>
            <p:nvPr/>
          </p:nvSpPr>
          <p:spPr>
            <a:xfrm>
              <a:off x="3525125" y="698475"/>
              <a:ext cx="123206" cy="143741"/>
            </a:xfrm>
            <a:custGeom>
              <a:avLst/>
              <a:gdLst/>
              <a:ahLst/>
              <a:cxnLst/>
              <a:rect l="l" t="t" r="r" b="b"/>
              <a:pathLst>
                <a:path w="3456" h="4032" extrusionOk="0">
                  <a:moveTo>
                    <a:pt x="576" y="0"/>
                  </a:moveTo>
                  <a:lnTo>
                    <a:pt x="154" y="653"/>
                  </a:lnTo>
                  <a:lnTo>
                    <a:pt x="0" y="883"/>
                  </a:lnTo>
                  <a:lnTo>
                    <a:pt x="269" y="1037"/>
                  </a:lnTo>
                  <a:lnTo>
                    <a:pt x="615" y="1229"/>
                  </a:lnTo>
                  <a:lnTo>
                    <a:pt x="998" y="1536"/>
                  </a:lnTo>
                  <a:lnTo>
                    <a:pt x="1459" y="1958"/>
                  </a:lnTo>
                  <a:lnTo>
                    <a:pt x="1690" y="2188"/>
                  </a:lnTo>
                  <a:lnTo>
                    <a:pt x="1920" y="2496"/>
                  </a:lnTo>
                  <a:lnTo>
                    <a:pt x="2112" y="2841"/>
                  </a:lnTo>
                  <a:lnTo>
                    <a:pt x="2342" y="3187"/>
                  </a:lnTo>
                  <a:lnTo>
                    <a:pt x="2534" y="3609"/>
                  </a:lnTo>
                  <a:lnTo>
                    <a:pt x="2726" y="4031"/>
                  </a:lnTo>
                  <a:lnTo>
                    <a:pt x="3072" y="3686"/>
                  </a:lnTo>
                  <a:lnTo>
                    <a:pt x="3456" y="3263"/>
                  </a:lnTo>
                  <a:lnTo>
                    <a:pt x="3340" y="2956"/>
                  </a:lnTo>
                  <a:lnTo>
                    <a:pt x="3187" y="2649"/>
                  </a:lnTo>
                  <a:lnTo>
                    <a:pt x="2880" y="2073"/>
                  </a:lnTo>
                  <a:lnTo>
                    <a:pt x="2496" y="1574"/>
                  </a:lnTo>
                  <a:lnTo>
                    <a:pt x="2112" y="1152"/>
                  </a:lnTo>
                  <a:lnTo>
                    <a:pt x="1690" y="768"/>
                  </a:lnTo>
                  <a:lnTo>
                    <a:pt x="1267" y="461"/>
                  </a:lnTo>
                  <a:lnTo>
                    <a:pt x="922" y="192"/>
                  </a:lnTo>
                  <a:lnTo>
                    <a:pt x="5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5"/>
            <p:cNvSpPr/>
            <p:nvPr/>
          </p:nvSpPr>
          <p:spPr>
            <a:xfrm>
              <a:off x="3563448" y="357664"/>
              <a:ext cx="56149" cy="62994"/>
            </a:xfrm>
            <a:custGeom>
              <a:avLst/>
              <a:gdLst/>
              <a:ahLst/>
              <a:cxnLst/>
              <a:rect l="l" t="t" r="r" b="b"/>
              <a:pathLst>
                <a:path w="1575" h="1767" extrusionOk="0">
                  <a:moveTo>
                    <a:pt x="768" y="1"/>
                  </a:moveTo>
                  <a:lnTo>
                    <a:pt x="615" y="39"/>
                  </a:lnTo>
                  <a:lnTo>
                    <a:pt x="499" y="116"/>
                  </a:lnTo>
                  <a:lnTo>
                    <a:pt x="346" y="193"/>
                  </a:lnTo>
                  <a:lnTo>
                    <a:pt x="231" y="308"/>
                  </a:lnTo>
                  <a:lnTo>
                    <a:pt x="154" y="461"/>
                  </a:lnTo>
                  <a:lnTo>
                    <a:pt x="77" y="615"/>
                  </a:lnTo>
                  <a:lnTo>
                    <a:pt x="0" y="807"/>
                  </a:lnTo>
                  <a:lnTo>
                    <a:pt x="0" y="960"/>
                  </a:lnTo>
                  <a:lnTo>
                    <a:pt x="39" y="1152"/>
                  </a:lnTo>
                  <a:lnTo>
                    <a:pt x="77" y="1306"/>
                  </a:lnTo>
                  <a:lnTo>
                    <a:pt x="154" y="1421"/>
                  </a:lnTo>
                  <a:lnTo>
                    <a:pt x="231" y="1536"/>
                  </a:lnTo>
                  <a:lnTo>
                    <a:pt x="346" y="1651"/>
                  </a:lnTo>
                  <a:lnTo>
                    <a:pt x="499" y="1728"/>
                  </a:lnTo>
                  <a:lnTo>
                    <a:pt x="653" y="1767"/>
                  </a:lnTo>
                  <a:lnTo>
                    <a:pt x="806" y="1767"/>
                  </a:lnTo>
                  <a:lnTo>
                    <a:pt x="960" y="1728"/>
                  </a:lnTo>
                  <a:lnTo>
                    <a:pt x="1114" y="1651"/>
                  </a:lnTo>
                  <a:lnTo>
                    <a:pt x="1229" y="1575"/>
                  </a:lnTo>
                  <a:lnTo>
                    <a:pt x="1344" y="1459"/>
                  </a:lnTo>
                  <a:lnTo>
                    <a:pt x="1459" y="1306"/>
                  </a:lnTo>
                  <a:lnTo>
                    <a:pt x="1536" y="1152"/>
                  </a:lnTo>
                  <a:lnTo>
                    <a:pt x="1574" y="960"/>
                  </a:lnTo>
                  <a:lnTo>
                    <a:pt x="1574" y="807"/>
                  </a:lnTo>
                  <a:lnTo>
                    <a:pt x="1574" y="615"/>
                  </a:lnTo>
                  <a:lnTo>
                    <a:pt x="1536" y="461"/>
                  </a:lnTo>
                  <a:lnTo>
                    <a:pt x="1459" y="308"/>
                  </a:lnTo>
                  <a:lnTo>
                    <a:pt x="1344" y="193"/>
                  </a:lnTo>
                  <a:lnTo>
                    <a:pt x="1229" y="116"/>
                  </a:lnTo>
                  <a:lnTo>
                    <a:pt x="1075" y="39"/>
                  </a:lnTo>
                  <a:lnTo>
                    <a:pt x="922" y="1"/>
                  </a:lnTo>
                  <a:close/>
                </a:path>
              </a:pathLst>
            </a:custGeom>
            <a:solidFill>
              <a:srgbClr val="FA8E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5"/>
            <p:cNvSpPr/>
            <p:nvPr/>
          </p:nvSpPr>
          <p:spPr>
            <a:xfrm>
              <a:off x="3575747" y="374098"/>
              <a:ext cx="43850" cy="46559"/>
            </a:xfrm>
            <a:custGeom>
              <a:avLst/>
              <a:gdLst/>
              <a:ahLst/>
              <a:cxnLst/>
              <a:rect l="l" t="t" r="r" b="b"/>
              <a:pathLst>
                <a:path w="1230" h="1306" extrusionOk="0">
                  <a:moveTo>
                    <a:pt x="769" y="0"/>
                  </a:moveTo>
                  <a:lnTo>
                    <a:pt x="615" y="39"/>
                  </a:lnTo>
                  <a:lnTo>
                    <a:pt x="461" y="115"/>
                  </a:lnTo>
                  <a:lnTo>
                    <a:pt x="346" y="192"/>
                  </a:lnTo>
                  <a:lnTo>
                    <a:pt x="231" y="346"/>
                  </a:lnTo>
                  <a:lnTo>
                    <a:pt x="116" y="461"/>
                  </a:lnTo>
                  <a:lnTo>
                    <a:pt x="39" y="615"/>
                  </a:lnTo>
                  <a:lnTo>
                    <a:pt x="1" y="922"/>
                  </a:lnTo>
                  <a:lnTo>
                    <a:pt x="1" y="1190"/>
                  </a:lnTo>
                  <a:lnTo>
                    <a:pt x="154" y="1267"/>
                  </a:lnTo>
                  <a:lnTo>
                    <a:pt x="308" y="1306"/>
                  </a:lnTo>
                  <a:lnTo>
                    <a:pt x="461" y="1306"/>
                  </a:lnTo>
                  <a:lnTo>
                    <a:pt x="615" y="1267"/>
                  </a:lnTo>
                  <a:lnTo>
                    <a:pt x="769" y="1190"/>
                  </a:lnTo>
                  <a:lnTo>
                    <a:pt x="884" y="1114"/>
                  </a:lnTo>
                  <a:lnTo>
                    <a:pt x="999" y="998"/>
                  </a:lnTo>
                  <a:lnTo>
                    <a:pt x="1114" y="845"/>
                  </a:lnTo>
                  <a:lnTo>
                    <a:pt x="1191" y="691"/>
                  </a:lnTo>
                  <a:lnTo>
                    <a:pt x="1229" y="384"/>
                  </a:lnTo>
                  <a:lnTo>
                    <a:pt x="1191" y="115"/>
                  </a:lnTo>
                  <a:lnTo>
                    <a:pt x="1076" y="39"/>
                  </a:lnTo>
                  <a:lnTo>
                    <a:pt x="9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5"/>
            <p:cNvSpPr/>
            <p:nvPr/>
          </p:nvSpPr>
          <p:spPr>
            <a:xfrm>
              <a:off x="3488156" y="439801"/>
              <a:ext cx="8271" cy="13690"/>
            </a:xfrm>
            <a:custGeom>
              <a:avLst/>
              <a:gdLst/>
              <a:ahLst/>
              <a:cxnLst/>
              <a:rect l="l" t="t" r="r" b="b"/>
              <a:pathLst>
                <a:path w="232" h="384" extrusionOk="0">
                  <a:moveTo>
                    <a:pt x="1" y="0"/>
                  </a:moveTo>
                  <a:lnTo>
                    <a:pt x="39" y="192"/>
                  </a:lnTo>
                  <a:lnTo>
                    <a:pt x="77" y="384"/>
                  </a:lnTo>
                  <a:lnTo>
                    <a:pt x="154" y="346"/>
                  </a:lnTo>
                  <a:lnTo>
                    <a:pt x="231" y="307"/>
                  </a:lnTo>
                  <a:lnTo>
                    <a:pt x="231" y="269"/>
                  </a:lnTo>
                  <a:lnTo>
                    <a:pt x="231" y="192"/>
                  </a:lnTo>
                  <a:lnTo>
                    <a:pt x="231" y="115"/>
                  </a:lnTo>
                  <a:lnTo>
                    <a:pt x="193" y="38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5"/>
            <p:cNvSpPr/>
            <p:nvPr/>
          </p:nvSpPr>
          <p:spPr>
            <a:xfrm>
              <a:off x="3497746" y="423366"/>
              <a:ext cx="31515" cy="19180"/>
            </a:xfrm>
            <a:custGeom>
              <a:avLst/>
              <a:gdLst/>
              <a:ahLst/>
              <a:cxnLst/>
              <a:rect l="l" t="t" r="r" b="b"/>
              <a:pathLst>
                <a:path w="884" h="538" extrusionOk="0">
                  <a:moveTo>
                    <a:pt x="269" y="0"/>
                  </a:moveTo>
                  <a:lnTo>
                    <a:pt x="116" y="77"/>
                  </a:lnTo>
                  <a:lnTo>
                    <a:pt x="39" y="154"/>
                  </a:lnTo>
                  <a:lnTo>
                    <a:pt x="0" y="269"/>
                  </a:lnTo>
                  <a:lnTo>
                    <a:pt x="39" y="346"/>
                  </a:lnTo>
                  <a:lnTo>
                    <a:pt x="116" y="461"/>
                  </a:lnTo>
                  <a:lnTo>
                    <a:pt x="269" y="499"/>
                  </a:lnTo>
                  <a:lnTo>
                    <a:pt x="423" y="538"/>
                  </a:lnTo>
                  <a:lnTo>
                    <a:pt x="615" y="499"/>
                  </a:lnTo>
                  <a:lnTo>
                    <a:pt x="730" y="461"/>
                  </a:lnTo>
                  <a:lnTo>
                    <a:pt x="845" y="346"/>
                  </a:lnTo>
                  <a:lnTo>
                    <a:pt x="883" y="269"/>
                  </a:lnTo>
                  <a:lnTo>
                    <a:pt x="845" y="154"/>
                  </a:lnTo>
                  <a:lnTo>
                    <a:pt x="730" y="7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5"/>
            <p:cNvSpPr/>
            <p:nvPr/>
          </p:nvSpPr>
          <p:spPr>
            <a:xfrm>
              <a:off x="3542914" y="587605"/>
              <a:ext cx="183419" cy="112262"/>
            </a:xfrm>
            <a:custGeom>
              <a:avLst/>
              <a:gdLst/>
              <a:ahLst/>
              <a:cxnLst/>
              <a:rect l="l" t="t" r="r" b="b"/>
              <a:pathLst>
                <a:path w="5145" h="3149" extrusionOk="0">
                  <a:moveTo>
                    <a:pt x="3456" y="0"/>
                  </a:moveTo>
                  <a:lnTo>
                    <a:pt x="3225" y="39"/>
                  </a:lnTo>
                  <a:lnTo>
                    <a:pt x="2880" y="154"/>
                  </a:lnTo>
                  <a:lnTo>
                    <a:pt x="2534" y="308"/>
                  </a:lnTo>
                  <a:lnTo>
                    <a:pt x="2227" y="499"/>
                  </a:lnTo>
                  <a:lnTo>
                    <a:pt x="1958" y="691"/>
                  </a:lnTo>
                  <a:lnTo>
                    <a:pt x="1651" y="960"/>
                  </a:lnTo>
                  <a:lnTo>
                    <a:pt x="1382" y="1191"/>
                  </a:lnTo>
                  <a:lnTo>
                    <a:pt x="922" y="1728"/>
                  </a:lnTo>
                  <a:lnTo>
                    <a:pt x="538" y="2227"/>
                  </a:lnTo>
                  <a:lnTo>
                    <a:pt x="269" y="2649"/>
                  </a:lnTo>
                  <a:lnTo>
                    <a:pt x="0" y="3072"/>
                  </a:lnTo>
                  <a:lnTo>
                    <a:pt x="154" y="3149"/>
                  </a:lnTo>
                  <a:lnTo>
                    <a:pt x="154" y="3110"/>
                  </a:lnTo>
                  <a:lnTo>
                    <a:pt x="499" y="2573"/>
                  </a:lnTo>
                  <a:lnTo>
                    <a:pt x="768" y="2150"/>
                  </a:lnTo>
                  <a:lnTo>
                    <a:pt x="1152" y="1690"/>
                  </a:lnTo>
                  <a:lnTo>
                    <a:pt x="1613" y="1229"/>
                  </a:lnTo>
                  <a:lnTo>
                    <a:pt x="2112" y="768"/>
                  </a:lnTo>
                  <a:lnTo>
                    <a:pt x="2381" y="576"/>
                  </a:lnTo>
                  <a:lnTo>
                    <a:pt x="2649" y="423"/>
                  </a:lnTo>
                  <a:lnTo>
                    <a:pt x="2957" y="308"/>
                  </a:lnTo>
                  <a:lnTo>
                    <a:pt x="3264" y="192"/>
                  </a:lnTo>
                  <a:lnTo>
                    <a:pt x="3494" y="154"/>
                  </a:lnTo>
                  <a:lnTo>
                    <a:pt x="3686" y="154"/>
                  </a:lnTo>
                  <a:lnTo>
                    <a:pt x="4032" y="192"/>
                  </a:lnTo>
                  <a:lnTo>
                    <a:pt x="4300" y="308"/>
                  </a:lnTo>
                  <a:lnTo>
                    <a:pt x="4531" y="423"/>
                  </a:lnTo>
                  <a:lnTo>
                    <a:pt x="4723" y="576"/>
                  </a:lnTo>
                  <a:lnTo>
                    <a:pt x="4838" y="730"/>
                  </a:lnTo>
                  <a:lnTo>
                    <a:pt x="4953" y="883"/>
                  </a:lnTo>
                  <a:lnTo>
                    <a:pt x="4991" y="960"/>
                  </a:lnTo>
                  <a:lnTo>
                    <a:pt x="4991" y="999"/>
                  </a:lnTo>
                  <a:lnTo>
                    <a:pt x="5145" y="960"/>
                  </a:lnTo>
                  <a:lnTo>
                    <a:pt x="5068" y="807"/>
                  </a:lnTo>
                  <a:lnTo>
                    <a:pt x="4991" y="653"/>
                  </a:lnTo>
                  <a:lnTo>
                    <a:pt x="4838" y="461"/>
                  </a:lnTo>
                  <a:lnTo>
                    <a:pt x="4646" y="308"/>
                  </a:lnTo>
                  <a:lnTo>
                    <a:pt x="4377" y="154"/>
                  </a:lnTo>
                  <a:lnTo>
                    <a:pt x="4070" y="39"/>
                  </a:lnTo>
                  <a:lnTo>
                    <a:pt x="3686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5"/>
            <p:cNvSpPr/>
            <p:nvPr/>
          </p:nvSpPr>
          <p:spPr>
            <a:xfrm>
              <a:off x="3255505" y="868168"/>
              <a:ext cx="36" cy="36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1B9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5"/>
            <p:cNvSpPr/>
            <p:nvPr/>
          </p:nvSpPr>
          <p:spPr>
            <a:xfrm>
              <a:off x="3215791" y="818900"/>
              <a:ext cx="76683" cy="50694"/>
            </a:xfrm>
            <a:custGeom>
              <a:avLst/>
              <a:gdLst/>
              <a:ahLst/>
              <a:cxnLst/>
              <a:rect l="l" t="t" r="r" b="b"/>
              <a:pathLst>
                <a:path w="2151" h="1422" extrusionOk="0">
                  <a:moveTo>
                    <a:pt x="884" y="1"/>
                  </a:moveTo>
                  <a:lnTo>
                    <a:pt x="730" y="39"/>
                  </a:lnTo>
                  <a:lnTo>
                    <a:pt x="423" y="193"/>
                  </a:lnTo>
                  <a:lnTo>
                    <a:pt x="193" y="385"/>
                  </a:lnTo>
                  <a:lnTo>
                    <a:pt x="1" y="615"/>
                  </a:lnTo>
                  <a:lnTo>
                    <a:pt x="269" y="960"/>
                  </a:lnTo>
                  <a:lnTo>
                    <a:pt x="538" y="1191"/>
                  </a:lnTo>
                  <a:lnTo>
                    <a:pt x="807" y="1344"/>
                  </a:lnTo>
                  <a:lnTo>
                    <a:pt x="884" y="1383"/>
                  </a:lnTo>
                  <a:lnTo>
                    <a:pt x="999" y="1421"/>
                  </a:lnTo>
                  <a:lnTo>
                    <a:pt x="1114" y="1383"/>
                  </a:lnTo>
                  <a:lnTo>
                    <a:pt x="1575" y="1114"/>
                  </a:lnTo>
                  <a:lnTo>
                    <a:pt x="2151" y="730"/>
                  </a:lnTo>
                  <a:lnTo>
                    <a:pt x="2074" y="576"/>
                  </a:lnTo>
                  <a:lnTo>
                    <a:pt x="1959" y="423"/>
                  </a:lnTo>
                  <a:lnTo>
                    <a:pt x="1844" y="308"/>
                  </a:lnTo>
                  <a:lnTo>
                    <a:pt x="1728" y="193"/>
                  </a:lnTo>
                  <a:lnTo>
                    <a:pt x="1575" y="116"/>
                  </a:lnTo>
                  <a:lnTo>
                    <a:pt x="1421" y="39"/>
                  </a:lnTo>
                  <a:lnTo>
                    <a:pt x="1229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5"/>
            <p:cNvSpPr/>
            <p:nvPr/>
          </p:nvSpPr>
          <p:spPr>
            <a:xfrm>
              <a:off x="3645550" y="683395"/>
              <a:ext cx="80783" cy="134187"/>
            </a:xfrm>
            <a:custGeom>
              <a:avLst/>
              <a:gdLst/>
              <a:ahLst/>
              <a:cxnLst/>
              <a:rect l="l" t="t" r="r" b="b"/>
              <a:pathLst>
                <a:path w="2266" h="3764" extrusionOk="0">
                  <a:moveTo>
                    <a:pt x="2112" y="1"/>
                  </a:moveTo>
                  <a:lnTo>
                    <a:pt x="1882" y="615"/>
                  </a:lnTo>
                  <a:lnTo>
                    <a:pt x="1575" y="1268"/>
                  </a:lnTo>
                  <a:lnTo>
                    <a:pt x="1229" y="1882"/>
                  </a:lnTo>
                  <a:lnTo>
                    <a:pt x="845" y="2458"/>
                  </a:lnTo>
                  <a:lnTo>
                    <a:pt x="270" y="3303"/>
                  </a:lnTo>
                  <a:lnTo>
                    <a:pt x="78" y="3571"/>
                  </a:lnTo>
                  <a:lnTo>
                    <a:pt x="1" y="3648"/>
                  </a:lnTo>
                  <a:lnTo>
                    <a:pt x="116" y="3763"/>
                  </a:lnTo>
                  <a:lnTo>
                    <a:pt x="385" y="3418"/>
                  </a:lnTo>
                  <a:lnTo>
                    <a:pt x="999" y="2535"/>
                  </a:lnTo>
                  <a:lnTo>
                    <a:pt x="1344" y="1959"/>
                  </a:lnTo>
                  <a:lnTo>
                    <a:pt x="1690" y="1345"/>
                  </a:lnTo>
                  <a:lnTo>
                    <a:pt x="2036" y="692"/>
                  </a:lnTo>
                  <a:lnTo>
                    <a:pt x="2266" y="39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5"/>
            <p:cNvSpPr/>
            <p:nvPr/>
          </p:nvSpPr>
          <p:spPr>
            <a:xfrm>
              <a:off x="3367731" y="976294"/>
              <a:ext cx="323025" cy="58894"/>
            </a:xfrm>
            <a:custGeom>
              <a:avLst/>
              <a:gdLst/>
              <a:ahLst/>
              <a:cxnLst/>
              <a:rect l="l" t="t" r="r" b="b"/>
              <a:pathLst>
                <a:path w="9061" h="1652" extrusionOk="0">
                  <a:moveTo>
                    <a:pt x="39" y="1"/>
                  </a:moveTo>
                  <a:lnTo>
                    <a:pt x="0" y="692"/>
                  </a:lnTo>
                  <a:lnTo>
                    <a:pt x="307" y="845"/>
                  </a:lnTo>
                  <a:lnTo>
                    <a:pt x="653" y="960"/>
                  </a:lnTo>
                  <a:lnTo>
                    <a:pt x="1498" y="1229"/>
                  </a:lnTo>
                  <a:lnTo>
                    <a:pt x="2496" y="1421"/>
                  </a:lnTo>
                  <a:lnTo>
                    <a:pt x="3647" y="1575"/>
                  </a:lnTo>
                  <a:lnTo>
                    <a:pt x="4876" y="1651"/>
                  </a:lnTo>
                  <a:lnTo>
                    <a:pt x="6220" y="1651"/>
                  </a:lnTo>
                  <a:lnTo>
                    <a:pt x="6872" y="1613"/>
                  </a:lnTo>
                  <a:lnTo>
                    <a:pt x="7563" y="1536"/>
                  </a:lnTo>
                  <a:lnTo>
                    <a:pt x="8254" y="1460"/>
                  </a:lnTo>
                  <a:lnTo>
                    <a:pt x="8946" y="1344"/>
                  </a:lnTo>
                  <a:lnTo>
                    <a:pt x="9061" y="615"/>
                  </a:lnTo>
                  <a:lnTo>
                    <a:pt x="8216" y="730"/>
                  </a:lnTo>
                  <a:lnTo>
                    <a:pt x="7448" y="768"/>
                  </a:lnTo>
                  <a:lnTo>
                    <a:pt x="6680" y="807"/>
                  </a:lnTo>
                  <a:lnTo>
                    <a:pt x="5951" y="845"/>
                  </a:lnTo>
                  <a:lnTo>
                    <a:pt x="4607" y="807"/>
                  </a:lnTo>
                  <a:lnTo>
                    <a:pt x="3379" y="692"/>
                  </a:lnTo>
                  <a:lnTo>
                    <a:pt x="2342" y="538"/>
                  </a:lnTo>
                  <a:lnTo>
                    <a:pt x="1421" y="385"/>
                  </a:lnTo>
                  <a:lnTo>
                    <a:pt x="653" y="154"/>
                  </a:lnTo>
                  <a:lnTo>
                    <a:pt x="3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4" name="Google Shape;1244;p45"/>
          <p:cNvGrpSpPr/>
          <p:nvPr/>
        </p:nvGrpSpPr>
        <p:grpSpPr>
          <a:xfrm rot="-6588437" flipH="1">
            <a:off x="7232443" y="228390"/>
            <a:ext cx="895741" cy="1108575"/>
            <a:chOff x="9953876" y="246845"/>
            <a:chExt cx="896158" cy="1109091"/>
          </a:xfrm>
        </p:grpSpPr>
        <p:sp>
          <p:nvSpPr>
            <p:cNvPr id="1245" name="Google Shape;1245;p45"/>
            <p:cNvSpPr/>
            <p:nvPr/>
          </p:nvSpPr>
          <p:spPr>
            <a:xfrm>
              <a:off x="9958568" y="813059"/>
              <a:ext cx="290208" cy="299532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5"/>
            <p:cNvSpPr/>
            <p:nvPr/>
          </p:nvSpPr>
          <p:spPr>
            <a:xfrm>
              <a:off x="9965577" y="813059"/>
              <a:ext cx="397833" cy="442260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5"/>
            <p:cNvSpPr/>
            <p:nvPr/>
          </p:nvSpPr>
          <p:spPr>
            <a:xfrm>
              <a:off x="10248715" y="735846"/>
              <a:ext cx="100677" cy="93669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5"/>
            <p:cNvSpPr/>
            <p:nvPr/>
          </p:nvSpPr>
          <p:spPr>
            <a:xfrm>
              <a:off x="10262731" y="340452"/>
              <a:ext cx="93669" cy="395456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5"/>
            <p:cNvSpPr/>
            <p:nvPr/>
          </p:nvSpPr>
          <p:spPr>
            <a:xfrm>
              <a:off x="10281441" y="303034"/>
              <a:ext cx="365046" cy="481994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5"/>
            <p:cNvSpPr/>
            <p:nvPr/>
          </p:nvSpPr>
          <p:spPr>
            <a:xfrm>
              <a:off x="10267424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5"/>
            <p:cNvSpPr/>
            <p:nvPr/>
          </p:nvSpPr>
          <p:spPr>
            <a:xfrm>
              <a:off x="10300150" y="246845"/>
              <a:ext cx="549884" cy="716013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5"/>
            <p:cNvSpPr/>
            <p:nvPr/>
          </p:nvSpPr>
          <p:spPr>
            <a:xfrm>
              <a:off x="9960945" y="820068"/>
              <a:ext cx="807244" cy="535867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5"/>
            <p:cNvSpPr/>
            <p:nvPr/>
          </p:nvSpPr>
          <p:spPr>
            <a:xfrm>
              <a:off x="10281441" y="246845"/>
              <a:ext cx="110062" cy="496072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5"/>
            <p:cNvSpPr/>
            <p:nvPr/>
          </p:nvSpPr>
          <p:spPr>
            <a:xfrm>
              <a:off x="9953876" y="813059"/>
              <a:ext cx="313610" cy="409473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5"/>
            <p:cNvSpPr/>
            <p:nvPr/>
          </p:nvSpPr>
          <p:spPr>
            <a:xfrm>
              <a:off x="10384433" y="354469"/>
              <a:ext cx="177830" cy="407157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5"/>
            <p:cNvSpPr/>
            <p:nvPr/>
          </p:nvSpPr>
          <p:spPr>
            <a:xfrm>
              <a:off x="10268712" y="742854"/>
              <a:ext cx="559269" cy="301909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45"/>
          <p:cNvGrpSpPr/>
          <p:nvPr/>
        </p:nvGrpSpPr>
        <p:grpSpPr>
          <a:xfrm rot="-364742">
            <a:off x="1952821" y="3995301"/>
            <a:ext cx="758737" cy="880137"/>
            <a:chOff x="-1306539" y="2227242"/>
            <a:chExt cx="735137" cy="852760"/>
          </a:xfrm>
        </p:grpSpPr>
        <p:sp>
          <p:nvSpPr>
            <p:cNvPr id="1258" name="Google Shape;1258;p45"/>
            <p:cNvSpPr/>
            <p:nvPr/>
          </p:nvSpPr>
          <p:spPr>
            <a:xfrm flipH="1">
              <a:off x="-1270861" y="2233533"/>
              <a:ext cx="672160" cy="842238"/>
            </a:xfrm>
            <a:custGeom>
              <a:avLst/>
              <a:gdLst/>
              <a:ahLst/>
              <a:cxnLst/>
              <a:rect l="l" t="t" r="r" b="b"/>
              <a:pathLst>
                <a:path w="12287" h="15396" extrusionOk="0">
                  <a:moveTo>
                    <a:pt x="3610" y="1"/>
                  </a:moveTo>
                  <a:lnTo>
                    <a:pt x="1" y="12977"/>
                  </a:lnTo>
                  <a:lnTo>
                    <a:pt x="8677" y="15396"/>
                  </a:lnTo>
                  <a:lnTo>
                    <a:pt x="12286" y="2419"/>
                  </a:lnTo>
                  <a:lnTo>
                    <a:pt x="3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5"/>
            <p:cNvSpPr/>
            <p:nvPr/>
          </p:nvSpPr>
          <p:spPr>
            <a:xfrm flipH="1">
              <a:off x="-796185" y="2227242"/>
              <a:ext cx="224783" cy="716198"/>
            </a:xfrm>
            <a:custGeom>
              <a:avLst/>
              <a:gdLst/>
              <a:ahLst/>
              <a:cxnLst/>
              <a:rect l="l" t="t" r="r" b="b"/>
              <a:pathLst>
                <a:path w="4109" h="13092" extrusionOk="0">
                  <a:moveTo>
                    <a:pt x="3610" y="0"/>
                  </a:moveTo>
                  <a:lnTo>
                    <a:pt x="1" y="12938"/>
                  </a:lnTo>
                  <a:lnTo>
                    <a:pt x="500" y="13092"/>
                  </a:lnTo>
                  <a:lnTo>
                    <a:pt x="4109" y="116"/>
                  </a:lnTo>
                  <a:lnTo>
                    <a:pt x="36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5"/>
            <p:cNvSpPr/>
            <p:nvPr/>
          </p:nvSpPr>
          <p:spPr>
            <a:xfrm flipH="1">
              <a:off x="-1262437" y="2260832"/>
              <a:ext cx="663736" cy="814940"/>
            </a:xfrm>
            <a:custGeom>
              <a:avLst/>
              <a:gdLst/>
              <a:ahLst/>
              <a:cxnLst/>
              <a:rect l="l" t="t" r="r" b="b"/>
              <a:pathLst>
                <a:path w="12133" h="14897" extrusionOk="0">
                  <a:moveTo>
                    <a:pt x="3456" y="1"/>
                  </a:moveTo>
                  <a:lnTo>
                    <a:pt x="1" y="12478"/>
                  </a:lnTo>
                  <a:lnTo>
                    <a:pt x="8677" y="14897"/>
                  </a:lnTo>
                  <a:lnTo>
                    <a:pt x="12133" y="2419"/>
                  </a:lnTo>
                  <a:lnTo>
                    <a:pt x="345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5"/>
            <p:cNvSpPr/>
            <p:nvPr/>
          </p:nvSpPr>
          <p:spPr>
            <a:xfrm flipH="1">
              <a:off x="-1306522" y="2265036"/>
              <a:ext cx="602794" cy="814940"/>
            </a:xfrm>
            <a:custGeom>
              <a:avLst/>
              <a:gdLst/>
              <a:ahLst/>
              <a:cxnLst/>
              <a:rect l="l" t="t" r="r" b="b"/>
              <a:pathLst>
                <a:path w="11019" h="14897" extrusionOk="0">
                  <a:moveTo>
                    <a:pt x="3609" y="0"/>
                  </a:moveTo>
                  <a:lnTo>
                    <a:pt x="0" y="12938"/>
                  </a:lnTo>
                  <a:lnTo>
                    <a:pt x="6988" y="14858"/>
                  </a:lnTo>
                  <a:lnTo>
                    <a:pt x="7103" y="14896"/>
                  </a:lnTo>
                  <a:lnTo>
                    <a:pt x="7218" y="14896"/>
                  </a:lnTo>
                  <a:lnTo>
                    <a:pt x="7448" y="14820"/>
                  </a:lnTo>
                  <a:lnTo>
                    <a:pt x="7602" y="14666"/>
                  </a:lnTo>
                  <a:lnTo>
                    <a:pt x="7679" y="14589"/>
                  </a:lnTo>
                  <a:lnTo>
                    <a:pt x="7717" y="14474"/>
                  </a:lnTo>
                  <a:lnTo>
                    <a:pt x="11019" y="2649"/>
                  </a:lnTo>
                  <a:lnTo>
                    <a:pt x="11019" y="2534"/>
                  </a:lnTo>
                  <a:lnTo>
                    <a:pt x="11019" y="2419"/>
                  </a:lnTo>
                  <a:lnTo>
                    <a:pt x="10942" y="2227"/>
                  </a:lnTo>
                  <a:lnTo>
                    <a:pt x="10788" y="2035"/>
                  </a:lnTo>
                  <a:lnTo>
                    <a:pt x="10712" y="1958"/>
                  </a:lnTo>
                  <a:lnTo>
                    <a:pt x="10597" y="1920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5"/>
            <p:cNvSpPr/>
            <p:nvPr/>
          </p:nvSpPr>
          <p:spPr>
            <a:xfrm flipH="1">
              <a:off x="-901221" y="2256619"/>
              <a:ext cx="222704" cy="716253"/>
            </a:xfrm>
            <a:custGeom>
              <a:avLst/>
              <a:gdLst/>
              <a:ahLst/>
              <a:cxnLst/>
              <a:rect l="l" t="t" r="r" b="b"/>
              <a:pathLst>
                <a:path w="4071" h="13093" extrusionOk="0">
                  <a:moveTo>
                    <a:pt x="3610" y="1"/>
                  </a:moveTo>
                  <a:lnTo>
                    <a:pt x="1" y="12939"/>
                  </a:lnTo>
                  <a:lnTo>
                    <a:pt x="461" y="13092"/>
                  </a:lnTo>
                  <a:lnTo>
                    <a:pt x="4070" y="154"/>
                  </a:lnTo>
                  <a:lnTo>
                    <a:pt x="36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5"/>
            <p:cNvSpPr/>
            <p:nvPr/>
          </p:nvSpPr>
          <p:spPr>
            <a:xfrm flipH="1">
              <a:off x="-1304465" y="2365868"/>
              <a:ext cx="33644" cy="21061"/>
            </a:xfrm>
            <a:custGeom>
              <a:avLst/>
              <a:gdLst/>
              <a:ahLst/>
              <a:cxnLst/>
              <a:rect l="l" t="t" r="r" b="b"/>
              <a:pathLst>
                <a:path w="615" h="385" extrusionOk="0">
                  <a:moveTo>
                    <a:pt x="0" y="0"/>
                  </a:moveTo>
                  <a:lnTo>
                    <a:pt x="307" y="115"/>
                  </a:lnTo>
                  <a:lnTo>
                    <a:pt x="384" y="154"/>
                  </a:lnTo>
                  <a:lnTo>
                    <a:pt x="422" y="167"/>
                  </a:lnTo>
                  <a:lnTo>
                    <a:pt x="422" y="167"/>
                  </a:lnTo>
                  <a:lnTo>
                    <a:pt x="346" y="115"/>
                  </a:lnTo>
                  <a:lnTo>
                    <a:pt x="231" y="77"/>
                  </a:lnTo>
                  <a:lnTo>
                    <a:pt x="0" y="0"/>
                  </a:lnTo>
                  <a:close/>
                  <a:moveTo>
                    <a:pt x="422" y="167"/>
                  </a:moveTo>
                  <a:lnTo>
                    <a:pt x="461" y="192"/>
                  </a:lnTo>
                  <a:lnTo>
                    <a:pt x="538" y="269"/>
                  </a:lnTo>
                  <a:lnTo>
                    <a:pt x="614" y="384"/>
                  </a:lnTo>
                  <a:lnTo>
                    <a:pt x="499" y="192"/>
                  </a:lnTo>
                  <a:lnTo>
                    <a:pt x="422" y="167"/>
                  </a:lnTo>
                  <a:close/>
                </a:path>
              </a:pathLst>
            </a:custGeom>
            <a:solidFill>
              <a:srgbClr val="BFC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5"/>
            <p:cNvSpPr/>
            <p:nvPr/>
          </p:nvSpPr>
          <p:spPr>
            <a:xfrm flipH="1">
              <a:off x="-1111242" y="3075735"/>
              <a:ext cx="37856" cy="4267"/>
            </a:xfrm>
            <a:custGeom>
              <a:avLst/>
              <a:gdLst/>
              <a:ahLst/>
              <a:cxnLst/>
              <a:rect l="l" t="t" r="r" b="b"/>
              <a:pathLst>
                <a:path w="692" h="78" extrusionOk="0">
                  <a:moveTo>
                    <a:pt x="0" y="1"/>
                  </a:moveTo>
                  <a:lnTo>
                    <a:pt x="307" y="77"/>
                  </a:lnTo>
                  <a:lnTo>
                    <a:pt x="384" y="77"/>
                  </a:lnTo>
                  <a:lnTo>
                    <a:pt x="231" y="39"/>
                  </a:lnTo>
                  <a:lnTo>
                    <a:pt x="0" y="1"/>
                  </a:lnTo>
                  <a:close/>
                  <a:moveTo>
                    <a:pt x="691" y="1"/>
                  </a:moveTo>
                  <a:lnTo>
                    <a:pt x="538" y="39"/>
                  </a:lnTo>
                  <a:lnTo>
                    <a:pt x="384" y="77"/>
                  </a:lnTo>
                  <a:lnTo>
                    <a:pt x="576" y="77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BFC6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5"/>
            <p:cNvSpPr/>
            <p:nvPr/>
          </p:nvSpPr>
          <p:spPr>
            <a:xfrm flipH="1">
              <a:off x="-1306539" y="2365868"/>
              <a:ext cx="233153" cy="714119"/>
            </a:xfrm>
            <a:custGeom>
              <a:avLst/>
              <a:gdLst/>
              <a:ahLst/>
              <a:cxnLst/>
              <a:rect l="l" t="t" r="r" b="b"/>
              <a:pathLst>
                <a:path w="4262" h="13054" extrusionOk="0">
                  <a:moveTo>
                    <a:pt x="3609" y="0"/>
                  </a:moveTo>
                  <a:lnTo>
                    <a:pt x="0" y="12977"/>
                  </a:lnTo>
                  <a:lnTo>
                    <a:pt x="231" y="13015"/>
                  </a:lnTo>
                  <a:lnTo>
                    <a:pt x="384" y="13053"/>
                  </a:lnTo>
                  <a:lnTo>
                    <a:pt x="538" y="13015"/>
                  </a:lnTo>
                  <a:lnTo>
                    <a:pt x="691" y="12977"/>
                  </a:lnTo>
                  <a:lnTo>
                    <a:pt x="883" y="12785"/>
                  </a:lnTo>
                  <a:lnTo>
                    <a:pt x="999" y="12516"/>
                  </a:lnTo>
                  <a:lnTo>
                    <a:pt x="2035" y="8792"/>
                  </a:lnTo>
                  <a:lnTo>
                    <a:pt x="4223" y="922"/>
                  </a:lnTo>
                  <a:lnTo>
                    <a:pt x="4262" y="768"/>
                  </a:lnTo>
                  <a:lnTo>
                    <a:pt x="4262" y="615"/>
                  </a:lnTo>
                  <a:lnTo>
                    <a:pt x="4223" y="384"/>
                  </a:lnTo>
                  <a:lnTo>
                    <a:pt x="4147" y="269"/>
                  </a:lnTo>
                  <a:lnTo>
                    <a:pt x="4070" y="192"/>
                  </a:lnTo>
                  <a:lnTo>
                    <a:pt x="3955" y="115"/>
                  </a:lnTo>
                  <a:lnTo>
                    <a:pt x="3840" y="77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45"/>
            <p:cNvSpPr/>
            <p:nvPr/>
          </p:nvSpPr>
          <p:spPr>
            <a:xfrm flipH="1">
              <a:off x="-833989" y="2332223"/>
              <a:ext cx="153338" cy="554545"/>
            </a:xfrm>
            <a:custGeom>
              <a:avLst/>
              <a:gdLst/>
              <a:ahLst/>
              <a:cxnLst/>
              <a:rect l="l" t="t" r="r" b="b"/>
              <a:pathLst>
                <a:path w="2803" h="10137" extrusionOk="0">
                  <a:moveTo>
                    <a:pt x="2803" y="1"/>
                  </a:moveTo>
                  <a:lnTo>
                    <a:pt x="2073" y="2458"/>
                  </a:lnTo>
                  <a:lnTo>
                    <a:pt x="1344" y="5030"/>
                  </a:lnTo>
                  <a:lnTo>
                    <a:pt x="653" y="7641"/>
                  </a:lnTo>
                  <a:lnTo>
                    <a:pt x="0" y="10136"/>
                  </a:lnTo>
                  <a:lnTo>
                    <a:pt x="0" y="10136"/>
                  </a:lnTo>
                  <a:lnTo>
                    <a:pt x="730" y="7641"/>
                  </a:lnTo>
                  <a:lnTo>
                    <a:pt x="1459" y="5069"/>
                  </a:lnTo>
                  <a:lnTo>
                    <a:pt x="2150" y="2496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45"/>
            <p:cNvSpPr/>
            <p:nvPr/>
          </p:nvSpPr>
          <p:spPr>
            <a:xfrm flipH="1">
              <a:off x="-812982" y="2325932"/>
              <a:ext cx="155472" cy="554545"/>
            </a:xfrm>
            <a:custGeom>
              <a:avLst/>
              <a:gdLst/>
              <a:ahLst/>
              <a:cxnLst/>
              <a:rect l="l" t="t" r="r" b="b"/>
              <a:pathLst>
                <a:path w="2842" h="10137" extrusionOk="0">
                  <a:moveTo>
                    <a:pt x="2842" y="1"/>
                  </a:moveTo>
                  <a:lnTo>
                    <a:pt x="2112" y="2496"/>
                  </a:lnTo>
                  <a:lnTo>
                    <a:pt x="1383" y="5030"/>
                  </a:lnTo>
                  <a:lnTo>
                    <a:pt x="692" y="7641"/>
                  </a:lnTo>
                  <a:lnTo>
                    <a:pt x="1" y="10136"/>
                  </a:lnTo>
                  <a:lnTo>
                    <a:pt x="769" y="7641"/>
                  </a:lnTo>
                  <a:lnTo>
                    <a:pt x="1498" y="5069"/>
                  </a:lnTo>
                  <a:lnTo>
                    <a:pt x="2189" y="2496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5"/>
            <p:cNvSpPr/>
            <p:nvPr/>
          </p:nvSpPr>
          <p:spPr>
            <a:xfrm flipH="1">
              <a:off x="-791974" y="2319641"/>
              <a:ext cx="155472" cy="554545"/>
            </a:xfrm>
            <a:custGeom>
              <a:avLst/>
              <a:gdLst/>
              <a:ahLst/>
              <a:cxnLst/>
              <a:rect l="l" t="t" r="r" b="b"/>
              <a:pathLst>
                <a:path w="2842" h="10137" extrusionOk="0">
                  <a:moveTo>
                    <a:pt x="2842" y="1"/>
                  </a:moveTo>
                  <a:lnTo>
                    <a:pt x="2112" y="2496"/>
                  </a:lnTo>
                  <a:lnTo>
                    <a:pt x="1345" y="5068"/>
                  </a:lnTo>
                  <a:lnTo>
                    <a:pt x="654" y="7641"/>
                  </a:lnTo>
                  <a:lnTo>
                    <a:pt x="1" y="10136"/>
                  </a:lnTo>
                  <a:lnTo>
                    <a:pt x="730" y="7641"/>
                  </a:lnTo>
                  <a:lnTo>
                    <a:pt x="1460" y="5068"/>
                  </a:lnTo>
                  <a:lnTo>
                    <a:pt x="2189" y="2496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5"/>
            <p:cNvSpPr/>
            <p:nvPr/>
          </p:nvSpPr>
          <p:spPr>
            <a:xfrm flipH="1">
              <a:off x="-1140616" y="2517075"/>
              <a:ext cx="222649" cy="81948"/>
            </a:xfrm>
            <a:custGeom>
              <a:avLst/>
              <a:gdLst/>
              <a:ahLst/>
              <a:cxnLst/>
              <a:rect l="l" t="t" r="r" b="b"/>
              <a:pathLst>
                <a:path w="4070" h="1498" extrusionOk="0">
                  <a:moveTo>
                    <a:pt x="154" y="0"/>
                  </a:moveTo>
                  <a:lnTo>
                    <a:pt x="77" y="39"/>
                  </a:lnTo>
                  <a:lnTo>
                    <a:pt x="39" y="116"/>
                  </a:lnTo>
                  <a:lnTo>
                    <a:pt x="0" y="192"/>
                  </a:lnTo>
                  <a:lnTo>
                    <a:pt x="0" y="269"/>
                  </a:lnTo>
                  <a:lnTo>
                    <a:pt x="0" y="346"/>
                  </a:lnTo>
                  <a:lnTo>
                    <a:pt x="77" y="423"/>
                  </a:lnTo>
                  <a:lnTo>
                    <a:pt x="154" y="461"/>
                  </a:lnTo>
                  <a:lnTo>
                    <a:pt x="3763" y="1498"/>
                  </a:lnTo>
                  <a:lnTo>
                    <a:pt x="3840" y="1498"/>
                  </a:lnTo>
                  <a:lnTo>
                    <a:pt x="3916" y="1459"/>
                  </a:lnTo>
                  <a:lnTo>
                    <a:pt x="3993" y="1459"/>
                  </a:lnTo>
                  <a:lnTo>
                    <a:pt x="4032" y="1383"/>
                  </a:lnTo>
                  <a:lnTo>
                    <a:pt x="4070" y="1306"/>
                  </a:lnTo>
                  <a:lnTo>
                    <a:pt x="4070" y="1229"/>
                  </a:lnTo>
                  <a:lnTo>
                    <a:pt x="4032" y="1152"/>
                  </a:lnTo>
                  <a:lnTo>
                    <a:pt x="3993" y="1075"/>
                  </a:lnTo>
                  <a:lnTo>
                    <a:pt x="3916" y="1037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45"/>
          <p:cNvGrpSpPr/>
          <p:nvPr/>
        </p:nvGrpSpPr>
        <p:grpSpPr>
          <a:xfrm rot="-217">
            <a:off x="537073" y="362528"/>
            <a:ext cx="1153839" cy="840174"/>
            <a:chOff x="3097732" y="3419175"/>
            <a:chExt cx="727745" cy="529944"/>
          </a:xfrm>
        </p:grpSpPr>
        <p:sp>
          <p:nvSpPr>
            <p:cNvPr id="1271" name="Google Shape;1271;p45"/>
            <p:cNvSpPr/>
            <p:nvPr/>
          </p:nvSpPr>
          <p:spPr>
            <a:xfrm>
              <a:off x="3110726" y="3664524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5"/>
            <p:cNvSpPr/>
            <p:nvPr/>
          </p:nvSpPr>
          <p:spPr>
            <a:xfrm>
              <a:off x="3125370" y="3667783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5"/>
            <p:cNvSpPr/>
            <p:nvPr/>
          </p:nvSpPr>
          <p:spPr>
            <a:xfrm>
              <a:off x="3145162" y="3433775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5"/>
            <p:cNvSpPr/>
            <p:nvPr/>
          </p:nvSpPr>
          <p:spPr>
            <a:xfrm>
              <a:off x="3427601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5"/>
            <p:cNvSpPr/>
            <p:nvPr/>
          </p:nvSpPr>
          <p:spPr>
            <a:xfrm>
              <a:off x="3113988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5"/>
            <p:cNvSpPr/>
            <p:nvPr/>
          </p:nvSpPr>
          <p:spPr>
            <a:xfrm>
              <a:off x="3097732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5"/>
            <p:cNvSpPr/>
            <p:nvPr/>
          </p:nvSpPr>
          <p:spPr>
            <a:xfrm>
              <a:off x="3135104" y="3427301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45"/>
            <p:cNvSpPr/>
            <p:nvPr/>
          </p:nvSpPr>
          <p:spPr>
            <a:xfrm>
              <a:off x="3139971" y="3638537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45"/>
            <p:cNvSpPr/>
            <p:nvPr/>
          </p:nvSpPr>
          <p:spPr>
            <a:xfrm>
              <a:off x="3414562" y="3631925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5"/>
            <p:cNvSpPr/>
            <p:nvPr/>
          </p:nvSpPr>
          <p:spPr>
            <a:xfrm>
              <a:off x="3448721" y="3495526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5"/>
            <p:cNvSpPr/>
            <p:nvPr/>
          </p:nvSpPr>
          <p:spPr>
            <a:xfrm>
              <a:off x="3409699" y="3545891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5"/>
            <p:cNvSpPr/>
            <p:nvPr/>
          </p:nvSpPr>
          <p:spPr>
            <a:xfrm>
              <a:off x="3424342" y="3697028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5"/>
            <p:cNvSpPr/>
            <p:nvPr/>
          </p:nvSpPr>
          <p:spPr>
            <a:xfrm>
              <a:off x="3167608" y="3726274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45"/>
            <p:cNvSpPr/>
            <p:nvPr/>
          </p:nvSpPr>
          <p:spPr>
            <a:xfrm>
              <a:off x="3256953" y="3796150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5"/>
            <p:cNvSpPr/>
            <p:nvPr/>
          </p:nvSpPr>
          <p:spPr>
            <a:xfrm>
              <a:off x="3466581" y="3713280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5"/>
            <p:cNvSpPr/>
            <p:nvPr/>
          </p:nvSpPr>
          <p:spPr>
            <a:xfrm>
              <a:off x="3695678" y="3674258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5"/>
            <p:cNvSpPr/>
            <p:nvPr/>
          </p:nvSpPr>
          <p:spPr>
            <a:xfrm>
              <a:off x="3099816" y="3649922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5"/>
            <p:cNvSpPr/>
            <p:nvPr/>
          </p:nvSpPr>
          <p:spPr>
            <a:xfrm>
              <a:off x="3424343" y="3697216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5"/>
            <p:cNvSpPr/>
            <p:nvPr/>
          </p:nvSpPr>
          <p:spPr>
            <a:xfrm>
              <a:off x="3118104" y="3419175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5"/>
            <p:cNvSpPr/>
            <p:nvPr/>
          </p:nvSpPr>
          <p:spPr>
            <a:xfrm>
              <a:off x="3429000" y="3594648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1">
            <a:extLst>
              <a:ext uri="{FF2B5EF4-FFF2-40B4-BE49-F238E27FC236}">
                <a16:creationId xmlns:a16="http://schemas.microsoft.com/office/drawing/2014/main" id="{8DFBCCC0-9B91-2EB1-7A3D-E974CA943CD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57238" y="1294477"/>
            <a:ext cx="455154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Huge book lists make finding a good next read slow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guessy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 app loads your CSV/XLSX, maps columns, and builds a searchable index.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suggestions use TF-IDF + cosine similarity (by profile, title, or keyword).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filters (title, author, language, genre, difficulty) + fast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 To-Read/Completed with a live progress chart; all data stays local.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EE42A-377F-8BA1-6D0C-F62D9354F953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5FB3D096-EF30-D3E4-016E-953A29C59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40C2E537-7AEF-B997-6073-8337E9F916B9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750EBDA4-CBB5-EC42-2A19-6247DBAC5257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85794AC-A08A-AFAF-61A2-13E0B9EF6E2B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CF6FDF8F-7C35-30AE-8F04-DF8B62EF5CF3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E32A5F03-C028-7EBD-4FB2-DB1BF49B52DA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A7C7C9DB-F74E-BBC5-B061-E5B324BD7867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FEA5CE1-2BB0-2FA6-51EF-2BC2248DE172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A116C994-22CC-D5D0-A464-0CCDC133DDE0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B3FF5B9F-B89B-7D21-B2BB-7D65BBACF0AF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B75FBF6E-B798-AEA6-7214-DB71D1F53141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A100A3D9-A1BC-8E87-C9F3-0878780D3A2A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896BEE65-A0CA-8FBB-A1F1-5335BC2C847A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555A798E-90FA-0BA3-F066-77A960A62F87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40D7317E-9BDA-5049-46AD-B98D328A133B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C5AC11ED-BC8B-AD7A-4660-6AB72631F423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D566D79A-C395-B685-C045-8F91E9B2D8BF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89FACD4A-6203-96E8-E327-C86190A23A80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075F44B7-CCCE-50AC-F517-554C67F65A51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F17D35AD-B717-9E8D-7EB4-65242A29CCB6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CEC6C2E9-4AC3-89D5-1ACB-45C21714BF31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64309476-1599-B6A6-358E-F9608697A78D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D6DEDC69-11EF-463F-8D44-0197D638ED57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F7260986-97FA-2F13-2D0E-C875811A9E28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D87C0E2F-EA98-B1F9-7311-CF083EB4FDB0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3AAAC32A-90F5-6483-EFFF-A2B49A2C3F81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6D3E01D6-4D6A-4F78-65E9-97C84F9B3017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2AF479C2-4CCD-AC27-9049-A98787C5CBBF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D38FCA2C-1DB8-6733-2080-395B6AA149F3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0D4F0712-AAB5-DA12-F273-263FBAD4C261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A4186887-CF12-D8E4-3B3A-AF346FD003D0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E37C66F9-E84E-D247-0B79-FE102895F878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7A469B92-3828-8384-2CCE-6B611BB3F054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3D22A1DE-3526-EC5A-9816-EEAA47552EDF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08238480-1EE2-5653-9698-8562EC0B919C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17DB4B11-CEB0-4E25-F32A-735CE34CF240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7EF20C40-BB52-5E5C-FDDE-E9717C03FA69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8E125D60-33E4-5653-0CF9-5C9B4F33DC61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5177E513-4595-03FC-DF71-7F11FB3BC849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54EBB0C8-DA28-240F-2949-F614E64650E8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63CF94D-316E-831A-A09D-183BAA21F497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2E65A038-84E3-5AF6-0D71-5CF824C0E383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392B8FA6-35A1-720E-B023-8249ABB038A9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E8A50D09-F4F4-E621-CB9F-2AC205559E07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7434478-585F-2C08-CD96-A76B11D46040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1C79BE18-45A7-D8F4-508D-68207A7E24AC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9B53B057-6836-4949-2C94-0569E40A8E7F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7D6AF7E3-31DE-DC3C-07D3-21C6364D32C2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689467E7-6B2B-9030-8F59-3B9D66573B88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12FBD248-5461-4B9C-DC5F-698007AB0D04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A7B5C593-30BD-39A5-2E8C-A448AE7466E4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B6669D7B-9BC7-4F5D-0EEB-32C27C2AA652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2AF18418-728B-C6A3-9447-3B74F699DBC6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8D220253-A1E2-754F-5FA4-48ADF05B4F90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CBE3AC49-3FC6-DB95-52BB-8E97180A6A75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F71119AE-A515-1876-8849-7E4D4B0E982F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B4123C70-3559-3BA8-8EB0-1DDBCF8AC118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669172E6-8CC8-E7CB-16CE-4FE8B0D8B07C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52213D56-945F-B142-5F42-8347919AFEB7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21F819F-4BD5-66AE-6C16-6E0223A9CE37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8E5C4566-0D4D-85D5-5B06-FC0018BC8FD5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7E0C4372-BCDA-A449-88CC-5EA1F8B1A66F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AF3C2C50-EA2A-4E01-80C1-EEE728D41857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456977F4-744B-1222-12E1-4F11948136BF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A9D1BFE6-5EF4-F581-838C-0D266B851D48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C3455589-93C3-8111-EB57-1610D1C4774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E29558AA-14E1-F0AC-9797-13DF8171645E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2E38005-DEB7-D0C8-BC36-FF08734C64E2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A578225A-3C6C-5EB6-AC51-69B0258B154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88B89D26-37BB-5C5C-5DA4-56B48ECC6BE5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67CDDE4E-DB21-6338-62BC-94D0A6C3C1C0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B2D605C6-331E-3362-0030-905074521D6D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618DA777-0A11-6033-4FF2-2B252FAF7633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0132B1-DAC0-268C-DA5C-450A8227B810}"/>
              </a:ext>
            </a:extLst>
          </p:cNvPr>
          <p:cNvSpPr txBox="1"/>
          <p:nvPr/>
        </p:nvSpPr>
        <p:spPr>
          <a:xfrm>
            <a:off x="3762375" y="183211"/>
            <a:ext cx="1619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EA2565-DCCC-5875-E8CB-8E767CBAA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456" y="470067"/>
            <a:ext cx="4283976" cy="45768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E307C0-8A65-4E0D-0583-6A02C9037095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40404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2B60D173-C2B4-7715-67E5-8F188E56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41757880-DE85-5B51-AE31-233DB55FC71F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B2A9B69C-8ACC-6FDE-6D32-9E4383278221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E0CE6E0-7B3C-05CC-96F7-4F247E9FFCB8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9ADBC27B-CDF1-E8D3-9DFB-84D7001C1120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105EFD36-37E5-D0C0-1727-D97702BD5E7B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A7921381-9222-4BE0-AEDD-1FF5AC5F92CA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4D5C055A-4BCF-D848-1A65-2887E08CDDCF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3123452D-5440-9415-C9CA-568BCBF3D2D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978C759C-B299-5ADE-F3EC-7BED8CB06D69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56074DED-7738-5F11-8009-BCC0405B315B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EDEE274B-C25E-7306-789F-14A8A92896BA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FBA7968A-0034-B944-97E0-201B68A4E86C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AD6C657C-8A9D-9118-5E88-63365E880EB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FEB46CC-8F3C-5FC5-C7BE-3DE2541818B2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EAEF8E0C-7D85-A573-9345-9B6EE863FAA5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5B696E0B-FF1B-FB5C-4D05-776F10363FA5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8A04C31E-F966-F17A-4E82-D83F91F713E2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2276B047-84D0-5733-8C26-755896454C1F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7F0512B5-6D88-8654-EE87-9D2080282911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42067654-6C29-E36E-CB4E-1D28F6754024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4435534D-2BD6-E87F-105D-4544A9BD1661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935C3565-7155-36EA-5F38-648578DC6B5D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EB61A704-9AED-42D4-4CFC-C73DBBE4EFEC}"/>
              </a:ext>
            </a:extLst>
          </p:cNvPr>
          <p:cNvSpPr txBox="1">
            <a:spLocks/>
          </p:cNvSpPr>
          <p:nvPr/>
        </p:nvSpPr>
        <p:spPr>
          <a:xfrm>
            <a:off x="2622262" y="580094"/>
            <a:ext cx="3890873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 explanation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6639FFC-F378-3BE1-3C1F-88CD3210A7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06658" y="1182975"/>
            <a:ext cx="652481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User interacts with the desktop app to find and manage books.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with Set filters (title, author, language, genre, difficulty) to see results.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 profile and Get recommendations powered by similarity scoring.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Quick discovery via Recommend by title and Recommend by keyword.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reading: Add to To-Read, Mark as Completed, Remove — changes persist to local state.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Refresh dashboard to view progress chart (To-Read vs Completed).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22B74-6A29-8197-1274-E1D4460CF8D6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6977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3BB13AA2-0456-A853-99CC-7156350C7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259DD2EC-7D5C-B4FC-0B53-833F30898E73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1D8C537A-9EF5-1DE7-183A-8FDA080F3E10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D8979132-A6D5-59B5-1449-B8CDB32CBDEB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24AFE28D-ED58-702F-E31E-9431C3CDEB81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47842FA0-76B2-E57B-3864-B5293B546FA1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B54A0CF3-0694-5BB5-D807-B1C84F76C992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1E14892E-B5FD-C52B-537D-21275AA50A37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DD71D9F4-D467-5AC8-C4F1-8680EE82CF17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81613439-6964-8A8A-CA8A-3EDDAA876C9A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960B28D7-6CC9-BEB3-1E3C-C898EB308E74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109BD40C-2310-417B-16FE-D77D658D7F3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FCAE02B2-4471-08A4-9680-DC5460D85BAA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78C252B-D7A8-ADDB-E9A0-99DE039D071B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DE391538-E113-AD70-2603-AA4F35CC7FF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CA41FE37-F0DA-11E9-4958-97E37AD7C330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9B838FB7-119E-EE79-A75E-B53F6F1D0353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1168B7D2-0B44-E74D-E2A1-3C223207BD85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80BD368-8234-6B54-3C80-AE69FA148AC2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087BEDC7-0D6C-B574-1111-EFFEF7E53962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0FEFD9F3-9DD9-2744-2A32-B82530DF940E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957E937-40ED-24E6-E74F-CC357D37DE99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45BA17EB-101F-DAD0-16BC-42470EEDCBC2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4712F12E-7080-1544-5162-03B3AE95C6DF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8D6634BE-163B-8CB0-EA72-0E8FE598A376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F98D77D9-7451-C686-3045-C5AAB15E6F2B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4B6B6F26-3A02-6206-2884-F7AB3C162E9D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F2E66E7E-634A-B58B-699F-6FD50657A5F9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99EFA00C-6E6A-A14F-F04A-21A996A55FF3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B369BC0B-36CD-ACEC-5EEE-97A036EA056D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3703E15E-D86F-2A3A-3D47-2DAB7BCED68D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AEF18A5A-A283-77F8-A561-9207BCC12B7A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1543B2FC-EA47-992E-D235-04FF3CA76BC9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6EA8E635-647B-3E8C-1CF0-5F2280D4E799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0B73C157-1288-9657-6793-127F97508AA8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3E6689C7-2E40-C178-089A-391F9D4161BB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D0287134-DCC3-7DB1-862E-8E2FEA9E7AE5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D05F7E46-C5A4-459D-43F7-BA8C449B4CF1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A4015125-FAAD-7383-2104-02FCEA9F7837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E9FBEAED-9F34-A7EA-93D5-F5C4BF21B463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F9613ABC-5B2E-E578-EA05-249488CF3671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BD1BE215-0C4A-5C58-D14E-3E6A818D7378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CC7E9BDA-606F-5E73-7D0B-566FB38FFBCE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A96560A4-ECCD-F535-C77B-0B378AD8D6D0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4FDFA602-3684-CAF4-1C5D-B042861F6461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101DC909-0D1B-881F-E5AD-6B64BE085245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93FB0FDB-66FA-A290-0AF3-AD45F406B39C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6B36A22A-81D4-D8C9-0075-841B86D63727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55579E89-B4C2-8D0B-61F2-4AE7A70E4856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4C08246D-5A65-C7D7-4935-06D09C9E9C50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BD13AFB8-4E78-36D1-16EB-0D8A58DB51A7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FB1C4D89-C4E8-6923-14F1-3D5B9BB75D33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64EFC76E-AC06-1585-5FF8-8E274E2DFE5E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57A4E311-ED90-A493-1431-B0BEE25D0E4E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656BD170-7135-2469-9D02-821E38718F7F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AAFC9F6-341A-8FA5-297A-4690CF30C6FB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C2E6E9F9-2AFF-62B7-3AFE-FE2A2A37AB67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AD4E100D-6210-1048-3F77-071650163A40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455FF755-AB4D-406E-34B5-132CF6B40ABD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A4F37899-B8E7-90CE-574D-6251AE4B4AF6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2D4EB91A-E59F-1526-CEAE-7EFE4F017120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1C2BB446-0917-BBAA-F4BE-1C4D07D99784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352546BE-DE32-5B34-4AAD-B643869FB5E0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C24E6FD4-FADC-9319-491F-445F3B3DC422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D3BF27D3-84FF-C477-6947-036F08FB1B10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04C2162D-25F4-6AE0-32E1-6B4B9B08CD57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C46A9A52-1315-9101-B490-FD66080B55CF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DEB4D9EF-176F-0A24-D5D8-DDE24AF1B50C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439C4DC6-4AFD-41C8-8E4A-2493F04D6334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9D807862-B874-1C15-A579-3CEBA86E9AC5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DA987EFC-C9F7-57FB-F139-0B3588B69E9C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0CBF51A7-372D-5283-75F3-BB0E66F04B33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3D7CFF92-4EC9-31CF-F54F-88BC03E751A8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6F68E3-A4B3-59BF-34EF-AE1F44BF9E55}"/>
              </a:ext>
            </a:extLst>
          </p:cNvPr>
          <p:cNvSpPr txBox="1"/>
          <p:nvPr/>
        </p:nvSpPr>
        <p:spPr>
          <a:xfrm>
            <a:off x="3762375" y="118452"/>
            <a:ext cx="1619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088D29-43F9-4D3F-7A42-15D711F95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255" y="404647"/>
            <a:ext cx="4232411" cy="4738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71CD57-4387-4595-FA21-4C0920AC080B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57428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AA7C90BE-3FEB-713E-92C3-D0569789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A83C598C-9FA3-5817-4B0E-62FE6D4873C0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7EAC17A9-EC85-8801-4C81-60B04FF0A814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25B915C6-60F1-F36C-94D8-525E17A2EF65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5EC21BEB-B653-A69B-643A-9717A9B6E9D7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BB20D98D-E0BE-5081-B831-940B029CC77D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0F3FA27E-AFD4-F11F-4D3C-451D2A3885A1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3B05413F-758D-C166-A136-159F5BA34E3E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518FA41E-353B-206F-6286-BC4DD3CBA339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23A32852-FDC0-1A36-F582-A9C478DC8818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A3A3637D-0F5A-630A-FF64-332FC2AD8AD0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6612C7F-99B6-E011-7D79-86362701673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E4BBFC35-474E-3FF4-108B-DF3B54E13527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A707F458-789E-AF0F-4B4C-04C421B46D7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DE74905-CFF2-D49D-633C-88D22ED8512B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6FA20734-7133-4228-22D4-8CD7D5986EF6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63BDA4F9-6C7B-64B1-EB9D-B35B7C710E43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5C7E1B09-657E-25B3-450B-9A1F6B088D61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3BBD5B07-3E71-3FCD-D1D7-2266FE70B2C3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73BF307D-F079-6B80-97E2-A2C615A85B0B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4AEE7360-54DB-B1C5-B353-6916C8EB927D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EA1D5E1F-CAD2-E75D-B9B3-3A2B52AB2BCD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8E947FC9-10B2-5D81-6A4B-637285227BE8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5CB8BE2C-E023-640C-47B1-FF3DC2F15E93}"/>
              </a:ext>
            </a:extLst>
          </p:cNvPr>
          <p:cNvSpPr txBox="1">
            <a:spLocks/>
          </p:cNvSpPr>
          <p:nvPr/>
        </p:nvSpPr>
        <p:spPr>
          <a:xfrm>
            <a:off x="2982403" y="434509"/>
            <a:ext cx="3173324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9DAFB4-00DF-6491-2EF0-D5027672F0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7894" y="1190833"/>
            <a:ext cx="714234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the main window: builds menu, sidebar, tabs, handles clicks, and shows results &amp; charts.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loads the CSV/XLSX, maps columns, builds TF-IDF, and provides search/recommend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ScrollableFrame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reusable scrollable sidebar (Canvas + Scrollbar) used by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widgets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lists results/to-read/completed; Matplotlib Figure/Canvas draws the progress chart.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State/persistence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simple JSON save/load for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to_read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completed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AppState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ReadingListManager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concept).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aggregates UI widgets and uses one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 helpers are used (not subclassed) to keep UI, data, and storage separate.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7D60E9-B2F8-F2A4-DB8A-8A5860CAA8D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5285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6C6A5059-A0D2-3995-F3BF-6819C15D6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0F680775-BBA8-0B55-6235-80E0D7D5CAED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9B61EF47-BC8F-7AC3-93D2-12820A150EF4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67332B1A-CAFB-5F49-38CD-7E782959B6F7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27648F24-37AB-018E-B9D3-FF67C7424997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3405544D-9E56-26F0-A272-B14D6C4C8223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875E2FBA-3DFA-F116-2206-1A46A703EEC4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7340AC15-E083-795A-E8E4-FF55AA6D1C2C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EA6DA31C-1663-1A60-7918-C0A60399C6B9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18578345-92F8-5FAF-8948-785667901C3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15FA16E7-48D6-18E9-6B87-9A59025888C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7667884C-B00E-C8F5-78E7-FA155DBCF5E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5D87AABF-0741-2C64-7B01-02DC6A269DF7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7D8088D-214E-4AB0-086E-9486A59F8E86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BDA39DF5-85CB-B1CE-06A5-E5D2672870A1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B4E8B0CD-F453-5A83-DC3D-9B708787EEF3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6A6A408E-BB99-F2CA-AC23-7E5DC73EAEB9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2E2A7F77-7F9B-60F9-34C2-B40140D4DE5C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A3C63E6C-A070-B1EA-C88C-339B227F82B4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ABD6F4A0-03F5-F3F6-531C-C2A4643E348B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F94495B7-D9AA-8E2A-416C-D794B5FC33A1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1D20EEA3-FD17-4788-9480-A923450A4AE7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8651875F-1F64-0F1F-668D-EDA3311C6CBE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3EF4BF4D-61CB-E40C-E391-A48EB8579414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317BBD0F-6FB7-4DFD-D35A-EBB4278C431A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B0C78DD3-2F2F-1F04-D13C-0AE96E351ECA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FF8A84AE-92B3-C04F-BB5A-36B41812C626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514DEB1E-79F6-BEB0-19DA-24A9A1EB2041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3E818B35-8A0A-6A8D-C583-8979333BCB7F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03E07A64-E35A-7DA0-F75B-4D88A66BFD6B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2C2AE545-3F75-6885-A295-C7BA9E242DDB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A97D4769-C1F6-7A4E-31B4-8E28D7D09B95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ED745AD8-2C15-3888-0056-F4162C66FE38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57EAC313-3075-AF2F-073D-158DF2253B29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FD2F2278-2978-6FB0-5001-5D619F12DC6B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A0FCCB01-CEE1-CB17-5518-17C940763EEB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DF375F3D-4C5B-A85D-612F-7C07D10F850B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F6D79734-88A5-1D12-FC1C-A9ACA52E04B7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11BA170D-4B31-A0F4-AA49-D2E16D7F9A5D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641AC567-C79C-4E67-C1CC-BDE5D72F8DF3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631DD3AB-C4F6-0906-44F0-DCD8B63B2EF0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40FFD867-950B-1731-0A2F-4901D40A2B44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B19408E7-9A04-13DC-54A5-CCD7716295D6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DE9A1110-2FC2-AF50-32CF-9E99D3C7CF29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F4E5DD30-E8A7-9577-E5FA-AE815F28B48B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D10D22C8-10E1-6B2D-8D3A-F7C31DBB52F8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17C637CA-E2C9-15B9-ACD7-912998596585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B205A9A6-41C5-3C18-B984-2ADAA828F838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4802A3EB-8C56-86BD-DA31-E5341DDD8D79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C2E4BFF3-A9CB-2EE2-FFF2-21372A727015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206FF1E9-4834-6098-7FD7-672D3B6F3500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BFBBA977-966F-7D76-95FF-0E51A36EFE5D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FE8AE104-548D-F406-D9F5-DF8CBF80932D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F6E399BB-DD9F-B99F-906B-06BD4080486A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FDA3B55C-3647-8348-B1B0-B3EAE72D9166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671EA96-4CBF-9692-61E3-C8AA32116D8F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3CD06AE8-91C2-2945-7BD9-DC6390C8AA9D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358A5CB3-7F2E-0149-9316-E9918873C492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CD2F3985-8687-6F49-4315-898B6409AA86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C4AE90B-AA8B-43E1-D560-0AA6F13B985B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AFC7358B-97F9-755C-090C-85AB33F8B168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F92F4708-8791-2C6D-04A7-4DCF353D48C2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C368DA7D-FB83-A9EE-D7F1-20FFA965C796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8469087E-9B97-87CB-FAA9-9DF8A9EF8719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75E7E378-D333-ACDA-596C-7FF4E3FBF774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DFE21C32-FE6B-C50C-27FE-4CEB3C902B6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4E76D268-F29D-456F-A7E6-7DFED414B045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33242D9-1D6B-3807-9CD1-647FB1F8E6B4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F192B2C5-5D56-A729-7F0E-69C82C785161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AF0A386F-852B-9344-125E-01E925509BA8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CC6CDD1A-93B8-8BCA-D415-7029DE7CE152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614D81E5-19DE-9BDC-E67E-C99BF5AE9780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C5511B4-767C-2F35-172F-92BBC26D67D6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F8EEDE5-7DA0-4065-7BD0-7678459C410E}"/>
              </a:ext>
            </a:extLst>
          </p:cNvPr>
          <p:cNvSpPr txBox="1"/>
          <p:nvPr/>
        </p:nvSpPr>
        <p:spPr>
          <a:xfrm>
            <a:off x="3762375" y="118452"/>
            <a:ext cx="1619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7A755F-473A-4302-F477-0262379EC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7" y="582195"/>
            <a:ext cx="8672505" cy="3024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C862B4-3D14-C34A-C3EF-DF4B2926E9E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94088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CB1F5BE8-D0D2-F008-10AC-6714F37A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598A1CCC-6971-BB1C-61B3-CEC40F667D89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33F759C0-78B4-81F4-844C-F2B2600ECBCA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204E7B12-E620-1597-CBF4-84895E320EE9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387E0E2E-A12F-F41A-22FC-5CF7227CB0C3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2A136741-06BB-BBBF-0293-5E459201D791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C5CC77B7-935E-DDFF-0CAD-04C7372E45A1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6081FFE7-7602-795F-E015-4821A8A1B618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5C481823-A2FD-D98E-CFE5-BDBCFCEE7842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BF7F65DA-7B1C-E1EF-4E22-3A112EE8EFDA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0922EE3D-7B19-B5E2-9566-E7DBFC0F02B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3F0809B1-585D-F16E-C057-384FED9F01B8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7F08E3C9-F8D9-1372-5DA2-66426FEE85B9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1E95FE68-3D1C-F9DB-DF6B-0B893DA9395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2DC0B360-32A1-41F4-B34B-F68CA7AFFF03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FD96E641-7E47-5ED3-7835-1F30877C3FFA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3930754A-0F34-CA87-BF60-12FFB8C77CD8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F68027F-28AA-2BF1-003F-BADF9D6F86DC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91E80CA-931C-5D8D-DE73-C1C1B593F8B9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F4642B1C-5670-C722-9897-0561DE13CBA2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AAE3343D-607F-E173-479B-A7FA59573153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69CCFB6D-1839-DBCF-C133-417192BC81BC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F248FFD4-DA4A-34A2-6EA8-E7A7CED00868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E42B24C2-654C-ED13-E331-5543DD0694E2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CA32D70C-DF86-C9DE-9C30-A464FEBE11B0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D6D7BC13-8EC4-C09E-1C81-41A8C5F287A9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327AECE3-EE26-AEA0-2D48-9543B51A5F4C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A437A80F-31B4-5CBA-6D59-401E6EEA02C0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F268B108-18A3-10E6-DFC3-D9B3AD78BD71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E9A5A7E3-ED66-72F6-D5A3-DAB01D5683F1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40B63DCE-1981-876B-9A82-825CDB161753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C63F4F5C-5FBE-948B-9080-1CF78E36FFF1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F68D8040-B93E-BDD6-B911-24402442539B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5233C9E8-C5DA-46D7-0185-248282079107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22A2F2E4-2000-2E75-C8C8-01D19BB611B1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8C8C38F9-F110-7165-7B9A-F6AB8DB65BEA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C7D997AA-79F6-8406-122B-7340E51CB27B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64F2A703-6814-5767-70FB-76EEA8233542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AB0CFA23-5431-51F3-B28D-7AC9022B5F03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0D5674A3-82DD-F63E-66E9-F6C1187448C5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E4D71A28-10C7-2570-CDE6-825AD44C4E2D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15F3E8D9-0DAE-E873-C478-BDA1B9FE4FC9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8C3D0864-F13F-DC98-2810-7021C409DA2B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A05E1BDD-AE41-8A41-B82E-7CC909F87559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6CC12D0-5DAE-D2A5-D7E2-2F3306277D33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D8A04338-8A5B-D055-C8D6-08883117CF7E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12FA7F2C-448A-54A6-DA28-9414DBB8BA16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8027A57F-6C7B-A9FB-8836-DD09240E55A6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6FBAAAAD-DA3D-6A34-BCD3-71E9C6A63BAE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41988BA9-9212-6CCD-F7A4-CE854F387482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6AAA8691-E353-26A4-E373-ECE7C81DAF51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91D6652D-B010-F678-2ACE-CEFB57060795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0D027B71-E192-F884-21B8-A18FC2427F95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3A4F3438-5999-3F1F-03D6-CEF34FB52744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F45F7A92-53D2-C637-FA98-058CC498A70E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09A62A8-5251-0F64-659C-976528DFD218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6CA30AAB-851D-FEFD-3DC0-3401D24614C4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2EBFC2CF-B23B-5FB8-F84E-99DD14A000E8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62863C74-03AB-B39D-EF5D-CA93F526CF41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A83E6F73-0403-31E8-1B58-D011680984FF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ED0922B0-2868-F500-4ECA-172B46CF1B0E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32B6DC74-076F-417F-02C0-1F4910F4D981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126C38BA-17C8-C2BA-04AB-BB462529D61A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85D3127B-04B3-961B-DD9B-338748AB402C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4EE761C4-5556-64B7-E380-874F52C5CED8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5DDD29DE-F042-0F77-A89B-A7A8BF251E6F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45FF027E-96FD-9EFF-563F-18ED9EF38C89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92C0408F-DFF4-3077-023C-E8DC2CB5A6C2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790910DC-D051-4734-60A1-16A5AA3DFC5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1709391D-D2D3-9B5E-23B0-F69B8ABF1C3C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76729C5B-9F6C-024C-1649-65D9E4192A05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EC6C8356-FD38-00A5-1FB3-B0570FB83141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497C5E6-FFDF-0C94-0648-38800D1A8BF4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316CB7-68D8-2FED-82DE-8B533CC0A01C}"/>
              </a:ext>
            </a:extLst>
          </p:cNvPr>
          <p:cNvSpPr txBox="1"/>
          <p:nvPr/>
        </p:nvSpPr>
        <p:spPr>
          <a:xfrm>
            <a:off x="3673805" y="117941"/>
            <a:ext cx="17963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B0B95-31B6-F364-B14E-3A7FA0A90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25" y="400971"/>
            <a:ext cx="7309348" cy="4710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35136A-5BFD-3485-A48D-9C0425A52E60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9766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879A134A-8F34-99D3-ECEE-977517D0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E4133328-84E9-C915-5FD3-894A3395AA20}"/>
              </a:ext>
            </a:extLst>
          </p:cNvPr>
          <p:cNvGrpSpPr/>
          <p:nvPr/>
        </p:nvGrpSpPr>
        <p:grpSpPr>
          <a:xfrm rot="-890412">
            <a:off x="7490860" y="365980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4DAF7897-A473-62B8-B6EF-62A52C3C7E05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FA677AD7-60A6-93C1-55CD-F4535ADFC0A3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2E350B19-9DF6-9491-DF07-D47C64518518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6950261D-E86B-2232-A5C9-4B2C3913C366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B57189E7-76A9-8592-FD35-636380439FFD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046E33CB-9666-D4FF-B8A8-7F7468E99EFB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293F51A6-470E-A09E-6E66-3DC37D084CD1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00F6BF01-C376-6149-B560-80B6BE6E017B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39E19ABB-600E-E2A5-0182-26D9B90B065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467D15E1-E0E4-777E-224C-AE4F6EA9093A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68F6788-6633-7502-C09F-D2DD128B0ABF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DFC7E51E-393E-CE8F-BF55-B1E317F8DF8C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38078C8B-8495-F6F1-2445-464555963130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A72484C1-E1A6-9C60-7245-9CF75BF4AE19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90897DA6-CC34-5509-7424-5D3F7D95EEF0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F7D80B5-EE3F-9AE3-9DFC-4F8B83B9D9BC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5A79B289-7E5A-DDC8-F778-9330BDE36FFB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2568DBFA-E01F-1644-C0FF-5E2DB2806FE9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210A70FB-05F8-71FB-384F-CDFF9CFE7562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BAC1C687-3103-1EAB-18D0-018F78F30FDB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51883DE1-C281-55B5-F885-8B939BE802E1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23EAF833-4389-9BDF-9CBF-42155618B68C}"/>
              </a:ext>
            </a:extLst>
          </p:cNvPr>
          <p:cNvSpPr txBox="1">
            <a:spLocks/>
          </p:cNvSpPr>
          <p:nvPr/>
        </p:nvSpPr>
        <p:spPr>
          <a:xfrm>
            <a:off x="2722459" y="422759"/>
            <a:ext cx="3687949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explanation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D22638-A20F-5D33-809F-794AB1556A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95262" y="1130473"/>
            <a:ext cx="7142341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launch,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loads saved state (to-read/completed), creates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builds the menu/layout.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auto-checks the dataset path, loads the CSV/XLSX, maps columns, and fits TF-IDF to build a search index.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(languages, genres) are populated and the UI is ready.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clicks Search,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calls search(...);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filters and returns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matches.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fills the results table with titles/authors/language/rating and shows scores when present.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updates, the Dashboard clears and redraws the bar chart (to-read vs completed) and refreshes the canvas.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CFEB9-FC57-7938-4D5E-D593F2D9E35C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644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97F4F8F1-84EC-4C5D-995C-628D84868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0578689E-860A-45BD-DBFE-05271F1118FF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48DAC68B-B30B-3546-206E-B479C21AE7A3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EC892DD-1099-AEB6-D76B-DB0F2D4A9D69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AB1D9B66-E1B1-B29C-54E8-5367906EF3B4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F2DEEE78-4133-BBB6-912E-52DC5EC1387F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51122406-75D7-3CA7-273E-61AA8FB9E5C8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84E959B-7DCD-C15E-1C10-990B2A8A899C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784D3919-4464-0FF8-027C-08A812E2746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F35635BF-C681-3F31-287A-F50E97268F98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D03710B3-AAEC-197E-E822-0F9876C2B4D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AD33FF56-C6F4-91FE-9036-CC0442806F91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74C57A99-AF0D-C912-99AA-07B61B29C2F5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84F3D332-9A2D-F3BD-765C-F2E5C94A67F3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C7E8A767-566C-B275-8256-8A3056882A8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3EC59C9B-1B0B-4509-75DD-744E130E372A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516B75EF-0443-3A87-9A48-BA45E60D7134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3DFD2A99-F8EB-4EF8-125B-B0BD1CFF1BBF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2CE128CD-F2B5-D79C-8D20-AAFBA27752C7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8556F4B4-ADF5-51E7-0588-D2E05C5978AA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CD99C77F-5CC6-1089-6C20-5538C3CC8CC4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561B295-346A-0552-8C9F-7713F0EB769E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CCF3FC33-A817-A871-F8E2-5D4FFFCF7A7D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8E433480-1745-B2B0-A8CD-A87113E6EF00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FE42F336-439B-6C19-EB1C-F2E6FD0B8CC4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F319A39B-1275-39B6-F0BF-979236F320D9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DC66F2EF-8A37-90CE-0C02-E189116F5CBE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F0B3DF73-7C4A-8038-59C5-1F9213772A31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2D1A605F-D868-5F75-5191-656B8748CFDB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56F6ECC2-1EDD-C105-1E7B-8AE26420784F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A58F050C-9C06-055A-D00F-3EF6D185C018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2C03F3E6-E3A3-C9BA-1C58-B1FB8A690094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F9ED4687-A239-D531-BD21-FCDB9FCC51A2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16459CF9-A199-2E20-0F3A-B4A7BA605D5B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F62A0652-D1DF-8F46-895F-0826562C59FC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E4D2F038-96B8-69DA-C701-A0A285E5589C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130F57FE-423F-53DD-9B05-2FED4191531B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017FC8DC-6CF7-7772-A195-EBA1989ED7FF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1583CF85-7286-683B-B949-C07BFDE8FEF5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BD3DFD53-0D26-C2BB-30FB-389AE16A1E81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40864AE-2675-25F5-5CB2-9479865DAFAC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C146A3EA-618F-945C-371F-957097E4B73B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B4D3DCAF-84C2-846C-969A-24402FBA11E6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C8D91CFF-13A4-1F3B-64FC-70DC7D11C72A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AD7D0680-14AB-63D6-A9E1-9E944ABCCEDE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69A3F0BF-8D12-D211-386A-43DDAC65C950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8B1F75C7-E3C1-523B-FF76-600A3E705EC2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5C02C90A-F978-D93A-4513-7F4BF3F64CBE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ABDB2A26-069C-0CB8-FF45-695C13DE4C80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C109BB29-2A5A-7024-397A-B6250131BC4A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AE93F8CB-98C8-36A6-B661-D359BC18D83C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61D9B2D8-FB95-270D-00A1-9B2A066BC44D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6DA77FFF-73AC-A53F-6906-BBABA752CA04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7EBA5E59-589C-742A-919D-47C3F009D5C2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88657446-C002-E80E-1196-4099204035D0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E36A451C-5D72-2E78-4296-C918E20D4E94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EC99D6CD-EC71-7548-2233-0C90A3E6236F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7242B434-888A-81C9-031D-606AA19A61A8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31634315-8D9D-7F34-F3E4-B8FF2AE5AD0D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F5E5F8E-64C1-D861-DDF1-A7D2DCCB8364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AD17520D-8D6A-845A-59E5-0D25AFA06CCD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6576F465-ACDD-1C3B-11F4-1F8EEA58C67F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A564D17B-3428-BDA1-F569-A8919104010F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28A30AE8-5604-8F51-6495-B2D19F88E977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A9B32F6A-01CF-79B2-FE64-96F9BE5AC239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D268FE72-DCE3-9E15-826B-22164CED9CB8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4F008263-C9B0-C17A-960A-08F089026478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9F0C55B5-FCBA-A4B7-632D-FD914B05CE49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66422AAF-DFAD-04AE-9712-F9692807FB12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9E056623-FB48-D922-7090-C4E001D176CA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83C362AD-10B9-1F94-80CE-50C3C7AD5C23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49B3F102-F850-D3F1-AB75-380DBA7A4626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66AF452A-FD97-3C4D-E07B-E2995DA7ED35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DACFBA6-6BDF-8F4E-80AD-C5F0153BA9DE}"/>
              </a:ext>
            </a:extLst>
          </p:cNvPr>
          <p:cNvSpPr txBox="1"/>
          <p:nvPr/>
        </p:nvSpPr>
        <p:spPr>
          <a:xfrm>
            <a:off x="3616364" y="149519"/>
            <a:ext cx="19112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State-Chart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1462E-0B83-42AC-5D8B-FE3B20D92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676275"/>
            <a:ext cx="5162550" cy="379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935B4B-35E5-7483-F6C2-863421A8DCFE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01864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DC3197C6-C9B8-D317-D917-0E790954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08F0B247-9074-B965-A7F5-0C32BBAFE2C5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F62566E6-23E2-9F9F-73B4-228794B091CE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EFBD6BBD-E981-9BC6-E919-A2E32CDCFD05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4320900D-83C2-DF01-F8E1-89979F4F4962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DF7D5F92-FE92-172A-114E-ADC94E9B7ED7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A0FF1D7E-C7AB-DA12-06C5-C562436E9F3A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60A452C-17C3-F6BD-0EEF-0BB1FD0CC1AC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9BCA69E7-ECB5-10D2-25E3-81323AE94136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8ADF70E5-A277-A586-612E-BCD0A68A83EB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17E5084C-B39E-33BF-3A28-1F58A71814F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FAD6E9C-A7E8-08B1-0420-68C67337DD98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2CD3A2EC-66C4-DFA2-F5C9-8D204D7101CF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CC3A2472-F11A-3C14-2144-B64BBA9A5B91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F62B633D-3675-9061-E5F6-A18C7F57AA8E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129082A3-6CD2-8B99-7AB2-27CAA9DE1EEA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D59A6B84-57B2-E0F2-D3CB-329719E7B62F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5B171D6E-1E15-DF86-F304-399B5730CB28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58BBA632-C79D-0B21-5C3C-538CAEB29709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BFA5F0BC-99FF-740C-E4C6-9F28B7A9F12D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705F2AAA-2459-17B7-46D3-528BAEC2029F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14FA6302-A599-E6D8-E73E-ABC9B8C3ACF3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807B0AE8-2BDE-9210-551A-59B2AD3E4455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4A3D9E69-1401-ED65-7A4A-EF6AFFFDACDC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94535B7A-99BD-47B2-D5E1-FF36F917C378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5F32512E-4D04-2DC2-D50B-4C5AD4A47158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ED89A8C4-8C8F-B7D6-CEEE-4A4692226796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F631D105-BA01-573B-0D9E-17BBE9C466E3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F324A225-EDB9-D9A8-69E0-3D4B1F8098EC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FDE8724A-56C7-B764-F760-5DE6D027BDBD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9739658F-CAB6-6F65-4408-B1B62FA6B122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FE52046A-8A1A-1619-6316-5434E19E03DA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A54CF905-1F81-473C-A8E8-5CE47982EA8C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B9056493-2454-A61E-2901-C9C896BEFE49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2EF3533D-09EF-3EEC-EFAD-5886DA21ECA7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7584661D-6E74-34B8-964A-D8CA438DFF20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C8EF68DC-8B0D-D91F-2937-987BDE2F2DD4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7D92DB02-732B-6FA4-0E5F-47E9B3073A7E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80595F71-4AC0-39A6-EB73-6997906B4385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4955ECFF-2D9B-28BC-4993-5C389537EFD9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35051F5D-0CE1-0C8C-0F00-37A4195E1B2F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9BAB5D97-1F5F-4CB6-C584-C2781C2ACFA7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5F7E2802-B361-EA10-B3E4-A475F7F59B52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90D9DC12-3737-5E07-AD52-F138FACFFBD5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764AF46E-962B-778E-69EF-C628255BA86C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287B4DC9-C5A1-D015-2D7F-0BE447D48965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C7DD4E43-B4B9-1064-9E51-1003D426516E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0FC1CE66-9A20-6916-F1FD-B3B7CFF96AAB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2B35C910-194F-B49A-12B5-934F9A8582FF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88BEB04B-4301-D624-A4D0-61DE5AF22BFC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20C95E70-AEBB-A5F1-0719-F218346D1B0C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8870A6E1-633A-88FE-629C-26A961ED5693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802D6652-D7D2-EA53-0CD6-8D02332E7E1C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B9FADEF6-A24F-029A-75C2-30D9341992EF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11FAB1A4-E1AA-8E1C-7F9D-4010F4AF9CF5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84FDD6E5-3244-1526-5927-7C819073B663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76E2AB4D-643E-F75F-F9D4-B1354BFD3C23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A21938B3-983A-FCDC-160E-11C524BB8C55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3EC1F799-9378-6923-28B6-E3561EEE253A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C1378F9-A6A3-A657-C1C1-7B4AF0EAB8BA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77896D19-5B52-211B-F694-4DE8BD93C75F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673988E7-EA00-1C07-6834-950C25C10076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FFE902FC-AC29-5E6A-05CF-9A2E49F285DF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C0706AD7-DAFB-2B78-ED4C-C4C6E01E416D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085A84DE-0174-95AF-40A8-B06F3FFF4C6E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0AA5BD23-3BB2-76EF-0C6D-4967713BDE94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531F87B1-5B84-513E-CE0F-7CDEE78EAF95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9587CEB7-30BE-C145-D15E-E26F3B3B73DD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B2FAE6B0-C779-7D59-ABC0-C5B56C0D0820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2600D1AB-8934-07EC-AC7A-A9E480FC7112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6EBA75ED-9C08-D07E-FF86-83CBFF3F8584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607DED08-910B-B2FF-A81F-CB747007B300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0D8E8F59-9E7D-4EE9-6967-5952C9F80BBB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48103D3-00B3-DB82-BF38-57230893853C}"/>
              </a:ext>
            </a:extLst>
          </p:cNvPr>
          <p:cNvSpPr txBox="1"/>
          <p:nvPr/>
        </p:nvSpPr>
        <p:spPr>
          <a:xfrm>
            <a:off x="3571198" y="146424"/>
            <a:ext cx="20016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F2308A-898C-95DF-9118-EC80B9E23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323" y="457006"/>
            <a:ext cx="4773290" cy="4658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296741-7DFA-1E30-E270-61A7ECF92DE1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87456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5FBA28F5-4CAD-87A2-36F4-AC70CE82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C1DD297B-C5D3-0976-C02E-C7F71AA07B8C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2EB152DB-CE94-9A2D-84B4-613F6EA66D22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6D9D1F49-B025-0F9E-BD59-DFB00C228A46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7991B25D-3446-774F-5A21-1CBAFB071C5E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E975A4B4-A76D-346B-1DA2-A7081E837BA8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B62439B7-933C-18D1-88ED-3C16FF1AD85D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CD75D5CC-0967-6830-B2E8-8CA60678DFC5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F5E4F636-4C1C-D35F-CF55-BB1A1E71C1E2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6016F0B1-7856-924B-0685-EEF9D4DDDD4C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6837E824-C56F-1D3B-F091-A60F9DE878DF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C93F2D47-E6B3-C197-CCA2-E8FF56B5F9EB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504349AE-71F5-F084-D67F-8AF269846158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8E56DB1-8273-36BC-59FF-9CB5575E7706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C8E59D3E-8B3E-44A1-BE10-6BC641EE8633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9BB58009-932D-5AE1-7B3A-CD08494DF012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FB26DBAA-BD42-C39F-0E07-A36798EB0672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D0F9F833-79DB-106C-5686-4CAD269B6FD6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9C0775E3-8B97-A158-A82D-CAAAD7905943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61B8070C-9B39-3DD0-49A2-083D37CF7584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E992E26A-6B6A-71A8-B7F9-7A38702CC11F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42540933-8812-8570-B1B9-0EA354A0B053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F31C71E3-DEA7-C91C-3DEC-FA990D3A3E99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61CAC03B-413E-4648-7A87-8A5DB39D17EF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3DD95D2E-947B-5A22-58FF-001B1B357B82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4C6248DC-61D9-2DDD-05A3-0B2611E36F8E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8F80819D-A9F3-C96C-25D3-B5591A09DA3E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5D404BCC-4816-ED56-4C0F-0F3C6C4363FD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B57C2F03-7FDA-AD3E-0D36-0C545AAE97BC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14D2CEB0-C84E-29A1-A4DC-42997EA63738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95178EED-40D8-CC3C-E0B9-DDABD605BD29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E850AD4D-82F8-515F-5ACF-CAB81D5F278E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B3903F4E-C7A9-8C85-57DA-8680997C1707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5E97A06E-D169-43DA-1422-57616A9142B4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B3E8EF78-FFA2-B32A-80A3-A663F1922537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5FB719D9-AE7A-89CE-388A-02C2F571245A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E44B9574-B471-623B-BAC6-51818A19AD92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1E54BAD1-8E73-F8FC-17FA-4BB92C064E15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C1751F61-8C40-5B25-0023-3832B4071E9A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66D9B831-5385-7B27-A702-5E68229BE989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9A5578F-7042-773D-53C9-69E40B24C259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10A1540C-3D51-CDE8-CA93-FD9851143F83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6A0FEEA0-7F4B-6879-0B5D-185E255B8319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34543CA1-9636-0EF1-DADF-9F3B8AC7047D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6A1B7D2D-562F-F0AD-6381-4688C24795ED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4FE55ECC-8E9F-A9AD-1F2C-D89D7B58DE8D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F66248C4-E194-4E1C-A4BA-B32B8E5EA4AC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F30A3EFB-64AC-DC2A-EB25-C8F3311B0660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87734790-7FDC-418F-C99D-11AB72279C4C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9BC576AE-A11B-87E5-7868-02A1E13D38D2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C4FB70B7-9947-AEC6-E4DF-C57922378E4F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118A1FB6-D82A-7EB4-2055-6A6A8AA74799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AA467C45-36DE-6BA7-F2A2-E63FDDEB960A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947905ED-4010-994C-CD7A-5AF179042DC9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1CF17B9A-9539-0948-8CF3-F3478F270AA0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692BACB5-FB6B-9CF6-0A7F-9D520A97FF0C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4EF6ED21-8274-FEDD-E73F-33D787DBD3B4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A72CFFDC-036C-2BBD-021A-752B1C2A6E91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C363BF88-AF62-F483-BDD5-8701A846D530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D754E632-E7B2-BB3C-5778-A45FB4655C08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3FE8A7B9-A50F-A0B7-A193-3989AEF1A3EE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19D067BF-F643-05F2-D105-E388F3962BCC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5AA8BC77-7F36-7370-E6C0-5DC871E9537C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5F8F5BD9-7238-93BD-6F3C-F03CF181883E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78F32B77-DE50-FBFB-F08D-3A9134102B25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ADDC17C0-A406-3828-057E-9D5127FD8B11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A979DE3D-15B5-D6E9-A8E9-C7B1CE2AD1EB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B0E68975-C59B-A5F6-546C-20580FC79592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9D301AA5-79CC-E96A-48B4-A92EE867CAB8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6AAE84DE-9C8C-C990-EC00-E8A5C322D378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5CC4BB77-FABB-397C-F6BD-1CF71A2C90BA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6B42A6FF-BCD0-F680-E1D6-B8CFA61A6BF4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D7B12385-B7A6-3836-0F1C-0A661DDDF1B6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78B357F-E0A4-B4F9-76C8-4BCD7847A8B0}"/>
              </a:ext>
            </a:extLst>
          </p:cNvPr>
          <p:cNvSpPr txBox="1"/>
          <p:nvPr/>
        </p:nvSpPr>
        <p:spPr>
          <a:xfrm>
            <a:off x="3741762" y="146424"/>
            <a:ext cx="16604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88C45F-1E55-BC04-432E-E248A55B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484" y="457006"/>
            <a:ext cx="4542024" cy="46217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773054-C846-9210-75E6-D20A31579574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57105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18207123-9426-E8EF-5DF8-3642402B0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1F3AAB87-8CA8-622C-B1CD-7F0481CED7DB}"/>
              </a:ext>
            </a:extLst>
          </p:cNvPr>
          <p:cNvGrpSpPr/>
          <p:nvPr/>
        </p:nvGrpSpPr>
        <p:grpSpPr>
          <a:xfrm rot="-890412">
            <a:off x="7736356" y="70640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F2838ACB-E950-9DB6-C2EE-450DDC1A6727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007DD5E2-57C9-FF79-40C8-149DB7D4E0C9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7341D43C-D1AC-C92F-FA91-8687AB639454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4E198A76-621F-21D2-30F9-A3F933BC592C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C60647F2-1066-67E5-DCD5-6EFCDF4E321C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7D4FA088-9A4C-F431-975D-B6A5987DE18F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57DA6DE2-0172-F41D-A3F1-00868AECB561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AB46EC5C-295F-BD85-88C8-0E9A2180CE3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74B42B56-F7CD-FFBB-3DBE-57E1FE159048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5E93CDEB-A63B-3393-2CEF-93047D796D49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67CD510F-8FC5-CEF5-C060-D357E1C844F9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C10A722C-A610-0650-EDBC-89F8118029A4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E682C605-3142-C107-A19C-E9A1A15D8777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FAF01D8B-F16F-77F0-8518-5877694A19D5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9CA38422-154C-733A-5EA2-41336870AD7D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B71D8D60-4252-9DB4-9B29-3A8EEFB958B4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8B81B887-58E8-AD70-E063-8F7ECE11DBD7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EF82B0CB-C01F-FC04-5ABD-019F9E7BE5FF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64AB6EE1-1DB7-14C0-AECC-7BE2373F38ED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CD97E9EF-1392-15BB-8141-5B60734490A3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1271FE89-5491-0B23-5AC3-DE7CC0E0AE28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87456E10-C2DE-B4CF-14EB-D23EDED9FFF2}"/>
              </a:ext>
            </a:extLst>
          </p:cNvPr>
          <p:cNvSpPr txBox="1">
            <a:spLocks/>
          </p:cNvSpPr>
          <p:nvPr/>
        </p:nvSpPr>
        <p:spPr>
          <a:xfrm>
            <a:off x="2725875" y="268301"/>
            <a:ext cx="3687949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explanation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7EF123-E160-05B3-B856-DB4F2A20ED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50702" y="809514"/>
            <a:ext cx="75559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Layers: The app is split into Core, Extras, Utilities, and External (library) packages to keep UI, logic, and helpers cleanly separated.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builds the UI (with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ScrollableFrame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accesses data through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This is the main orchestrator layer.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Extras: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RecommendationEngine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TF-IDF + similarity services that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calls;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ReadingListManager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To-Read/Completed list operations.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Utilities: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AppState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(and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ListUtils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handle load/save of JSON state and small list helpers, keeping persistence out of the UI.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libs: Tk/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Ttk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widgets (Tk, Frame,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Treeview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IntVar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and Matplotlib (Figure,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FigureCanvasTkAgg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are used only through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/UI code; domain logic doesn’t depend on them.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 One-way arrows: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BookData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RecommendationEngine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BookApp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AppState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state I/O. This avoids cycles and makes testing and maintenance easier.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31AA72-DD01-8D4C-3AF3-64B127335D2A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25768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4B5A5E48-30A9-5023-7A3C-8B1A1B8C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667A7F26-4EB2-2C98-7999-692A3A3F74C5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9D5EEC32-1919-6C00-630D-4BBC8EA90320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5AC4AF32-3C1E-954D-8DA7-251AAA87A2AC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CB7E5137-8FC1-BC63-9565-4B7AB5A8CC37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5E71FC77-244A-1306-AFDE-AEE7063E91E9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062EDD0C-D0A2-3E5A-9806-29B934E76D8B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8AB44E17-73F6-E960-57F4-4DC9C0CC9DFA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0A732C1B-A33F-A1F4-5D30-ADF6E86E5E43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1E57B40A-CCE1-3B90-0F75-DD43282A1455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F88EBC66-8115-7549-1A0D-D1C57B0FE38A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B951028-F2F3-F44C-B8B1-9129C9B61C47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94361704-92EC-A66F-33E8-7AE47D180451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BF105D44-3312-BFDE-A841-C6CFA0884807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19BB24BD-742C-F5AC-D4AA-59B74EEBE338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F5588411-9B4E-0877-87C0-42025BDBE177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172D4998-B293-CCAE-9C9D-83F84811A2FE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1B96B4A5-F4AC-4C62-ED5E-AEC97B0AF139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6C899812-741D-4A0B-536B-C76D006CCCA1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FB4616A5-6558-0E3D-3E5D-26DFFF38A0A4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82BAFC1B-ACD6-1D6E-0C79-BC3B1445DE05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7CCD47A-28A9-3EFA-16D9-D94AD7391AD0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F00EB62E-B3F6-071B-0187-7CB36878EC3E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265364FD-B527-A1DA-8983-BE7EBBF0C23B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61423EAF-193D-C188-382A-A353FA5D5B6F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206BDB9B-93C6-45B9-FBAC-D64A446BE6F1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AD7252BD-3001-C69C-70A0-F077C4BF32B1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0F89D567-3839-6906-9A13-8508D4C32E74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332F5B2F-379C-9BD8-4DA4-371B899409A2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83987D86-6588-44CE-9695-ED6A0AFD3135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230C2BD4-93E9-DD4A-3964-B77F537F847C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9089E5E5-A2F2-D453-589A-387C2686BB86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4C5ABA41-F97F-7D1C-3D88-2B2B0F1F9233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98FAB9A4-DA6F-17A6-AE5F-C95ECA46CF44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3D2A96D1-94DA-0458-F4B6-29A66BB2DF0C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50E0EE4F-42B0-7DE3-45D4-2D74666E9CEF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CE7CFAE6-C877-660F-775A-A946DADC4D33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4B1CA60C-8DBD-CFDD-4AEF-9FE996D1C639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E127FD36-1385-703A-6529-9CBD5AB3E4AB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B37D1F00-1CAF-C04A-62B3-8D034645C834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7F334A53-82A7-F2BC-84FF-5DEC866C7F83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046164DB-2B75-B7B2-C926-0431A78A9CA5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97218C86-0D0D-EF85-B832-B23E972D4DB9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5A3674E0-4A15-5E41-6A96-710396F30475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4D3CD0FC-2F06-9D39-2828-4BBD0CE09C05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4B96923A-4D96-1EF9-F559-A0085C4AF978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D0BA0796-D0EE-59F3-9802-5ED81E987FE9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67903329-229C-DCC5-108E-1A2EFEB43574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6CE239EC-9774-868C-8073-9E9AB7F93D37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10585CDA-AD34-584F-55E6-2453A0A4EC48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E2893AB4-0744-B26B-E1DA-C24FFEA1D53E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CD143051-D194-238C-A957-AF2F9507DC46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6ED32BF7-F256-AA91-C0AA-FA681EF6A7A4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9D9F3CDE-0BA1-34B5-BAC9-D2DE557B6014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7270685C-5C2B-85A3-EE05-813222DA232A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71703B79-54D8-AAAB-001D-E021A15823FB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211D7EC2-36BC-8A68-02AD-A635875AF7C8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F9B93B71-F08A-485C-7A55-A50F0EB6A725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E499561B-AD81-3657-8939-9292526912C0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E71A79F6-F0E6-5D2D-0A13-117F52688301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399F9CED-0E93-AA9D-EB47-5A15D6DBD93B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EA6C54AC-27E3-D1E3-F2EB-66C1DDCA14EC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490DFC8C-16BD-41BA-5E25-1107A656550D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E227D1EC-32C8-B736-1C9F-090046E626E1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F506D85E-BE27-545B-8C33-807C3BA3DC69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75557A4F-2F9A-AFFD-D600-9050D3D6AB5F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F86B344A-59D2-7ECC-DE18-9837D77B0967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292EE7E2-B282-163C-683F-1D435684519B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E0A7E129-78E3-1CCB-76B0-6DDA7A72BCBB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88BC4A1E-C6B7-8B9E-349D-C3DEC82A9CD0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1830687C-05CA-0AC5-621B-CAA9B98F3F10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58BBFA53-D982-E161-FD08-B12D26EBD181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B3113414-FDDA-D602-3DA6-73EDD64D46E3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9A06870-D906-D619-BD6C-7E0AA2F08996}"/>
              </a:ext>
            </a:extLst>
          </p:cNvPr>
          <p:cNvSpPr txBox="1"/>
          <p:nvPr/>
        </p:nvSpPr>
        <p:spPr>
          <a:xfrm>
            <a:off x="3968030" y="146424"/>
            <a:ext cx="1207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B43DF-5611-6CCC-E7E6-0AED4C5D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53" y="457006"/>
            <a:ext cx="4987763" cy="46750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3B64D8-B74C-2C97-10FC-16A7CD16CEBD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32448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A74A259B-FB9A-B9C2-0D7C-73A9BC91E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51277337-8611-D28A-E042-730B434405AD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C780A430-CF6D-C18C-957C-B218BB3C698E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7A05AB10-BD34-4326-2A3A-5AD2E10C8ABA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5DC7CAD7-5402-82BE-E86B-C863B7E57D7E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4BCDB361-BE5D-5780-31D9-EFC39CF3E29D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3A28AC4E-E190-A84A-2A32-B1B57FC07588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727D8A5B-7F83-277C-64E0-C1E935D5D146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C6F297BF-4ED7-1BA5-48BF-473F60AB1D3D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359F19D3-3EDB-AB7F-553D-C4A0D3F3C0D7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48E1A764-F27E-75AF-CF4E-C2FC19CA5DE3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C93D5C57-D87B-ACD3-7AC8-5EA909FDB53E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4B7ABA7A-A397-7535-DED2-531800CCAF0C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F66132FB-F07B-A778-4DB7-744807B04DEE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792D43D7-71E0-B749-8BC7-9FE0E52736DC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CADFA6A0-DBD7-927B-B0E9-714E369EE456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D57A8F82-2D54-1111-F2A1-4707B4EF7558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B0178098-20B0-6F85-9E81-2723B6EF3BCA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4E758F37-19BE-6387-49A9-4DF21879AEB4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0BEB029C-05AA-D1B3-5B1E-2AD2C42ED517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95058483-A298-88F5-33C6-2FC6B402A8E3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81A3EA3D-6EF2-51E7-879B-A0B6A4E978AF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B35978CC-43BF-ECB4-67D8-8516DEA9594E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260BCDCB-96E4-E9B0-8CED-2A8D6B17A813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AE751700-3D06-8199-49C2-6BA9E80C10C4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CD7BB2D3-C3C4-9034-806C-403B7E87FB3B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6478AAA6-9097-5A28-D5A2-0CC75D5D9A3A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DFFAA0C5-3067-1B29-76CE-ED806EC6F152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6D60BF06-2564-0EDF-EADA-A6E9C54B1ECD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E5E84F49-E115-D550-BCFC-A02D2F92526D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60410A95-E951-7EC9-BBB6-3EB46C37BAA1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8356EFBC-45B3-D632-FDCC-07C143B7EE72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5886FF30-E0E2-75C0-ABB8-2BAA03339822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17BA5955-00FF-2969-DB47-354D62DEEA72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E90F6108-D16E-A634-5DE5-2103D063EE62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562EE114-708C-E145-45CA-44A7C7D58AB8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4E694B43-7FB9-A93C-EAD6-2EC898BA0AB0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17C9A8C0-02F6-4229-254B-72BB1375134F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90F151F1-BEE2-0D95-BCB5-22215176F05D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17C7ACAA-040D-C646-60D2-071407698866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D19C6615-34F5-C006-6896-BA80D4779B4C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607CA1C7-043F-5B50-4570-29EFA6C72A16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4FB24A51-8711-9AD3-4CE3-65890EFFB150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0D3C5294-BE8E-7AE3-619C-7A4FBF02CFBE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5030843A-0F42-7930-ED2A-1B12BABDCAD2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96779244-5DCB-56AE-8451-EAB8AA12F4B5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E754AF74-49A1-F278-84D4-3061AF6C4DBB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A810F8CE-3A38-CFD5-1DD9-3DAEB2C5DAE6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99378E11-EC4B-30CB-1EC3-0F0B2943D8E8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7D8EAD06-E00E-19BF-06D3-5952E61F5864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3DF8C776-3CD7-3AC9-1AF3-395EFE2F51B5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5CF67368-3FE3-3C73-6169-3B9716B13166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271F927C-3625-A736-7F1D-02B1E3198148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F9B5E8E2-6DA6-28E3-2556-BFACFB726BA7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DDFB24A9-2C53-8B2D-D8D7-C2CB16679898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BB929FD1-7E07-340E-2E20-8B25BB652185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BF05F6F8-F1CC-4935-1A59-3047E14F849A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2CC68CF9-BE2C-C7C1-4A3D-D9CBA9385E4C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9149FEC2-597A-C4F4-84EE-B2C14FEDDEE6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32564EFF-E3EA-9791-04BF-04BFC040AE41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836F7DB1-6248-1633-30EC-95AD263FD6D8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5534E045-E21F-C9AC-85D5-1F3693A9AD78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5387EF12-1846-ADBC-B6ED-215E331420FB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0583405E-F844-B251-B4B3-AAA47772C0F1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FBE74489-E660-3D6A-5BB2-3E54E4145A78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89400CC4-A429-44BA-F9AB-883BF3ECBEBD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6E34C5E3-A672-069B-892A-4A688515FD34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4FF75A63-351A-F0C2-8FEC-6F640A6B185C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5D45DFB5-F928-7927-BF72-7BB929A585D5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D1177D71-22D2-F218-6A2C-56AD8D8D4FD8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BB536F9C-130F-777F-8940-B5B628D89182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49C0A796-1F75-C174-9AFD-978DBED7318B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A89A4B01-4861-3401-4884-81B598DE4CBF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85A200-3B5A-7405-0A33-2787BA88D9CD}"/>
              </a:ext>
            </a:extLst>
          </p:cNvPr>
          <p:cNvSpPr txBox="1"/>
          <p:nvPr/>
        </p:nvSpPr>
        <p:spPr>
          <a:xfrm>
            <a:off x="3445887" y="118452"/>
            <a:ext cx="2248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Draft of User Interface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87D10-8899-E64C-A60F-0A73364CE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182" y="457006"/>
            <a:ext cx="3771900" cy="44424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DE9F4E-583F-32B5-5687-09497C256712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11185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>
          <a:extLst>
            <a:ext uri="{FF2B5EF4-FFF2-40B4-BE49-F238E27FC236}">
              <a16:creationId xmlns:a16="http://schemas.microsoft.com/office/drawing/2014/main" id="{3C882886-1666-B020-D2C4-F5E4D470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" name="Google Shape;808;p42">
            <a:extLst>
              <a:ext uri="{FF2B5EF4-FFF2-40B4-BE49-F238E27FC236}">
                <a16:creationId xmlns:a16="http://schemas.microsoft.com/office/drawing/2014/main" id="{EC7850CC-A778-04C0-3E65-678EC0D43D7C}"/>
              </a:ext>
            </a:extLst>
          </p:cNvPr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>
              <a:extLst>
                <a:ext uri="{FF2B5EF4-FFF2-40B4-BE49-F238E27FC236}">
                  <a16:creationId xmlns:a16="http://schemas.microsoft.com/office/drawing/2014/main" id="{76206D69-B4BD-8678-5EBC-C60608A71705}"/>
                </a:ext>
              </a:extLst>
            </p:cNvPr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>
              <a:extLst>
                <a:ext uri="{FF2B5EF4-FFF2-40B4-BE49-F238E27FC236}">
                  <a16:creationId xmlns:a16="http://schemas.microsoft.com/office/drawing/2014/main" id="{B77CD888-93C1-2F9B-8981-4F66D36BFBE3}"/>
                </a:ext>
              </a:extLst>
            </p:cNvPr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>
              <a:extLst>
                <a:ext uri="{FF2B5EF4-FFF2-40B4-BE49-F238E27FC236}">
                  <a16:creationId xmlns:a16="http://schemas.microsoft.com/office/drawing/2014/main" id="{8ED1E085-FB51-0361-237B-4A9CC9E4394E}"/>
                </a:ext>
              </a:extLst>
            </p:cNvPr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>
              <a:extLst>
                <a:ext uri="{FF2B5EF4-FFF2-40B4-BE49-F238E27FC236}">
                  <a16:creationId xmlns:a16="http://schemas.microsoft.com/office/drawing/2014/main" id="{D09631A1-36F9-413A-A7FD-A7C54D250EF5}"/>
                </a:ext>
              </a:extLst>
            </p:cNvPr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>
              <a:extLst>
                <a:ext uri="{FF2B5EF4-FFF2-40B4-BE49-F238E27FC236}">
                  <a16:creationId xmlns:a16="http://schemas.microsoft.com/office/drawing/2014/main" id="{DCF9E601-41AE-E8BB-AC9E-D8035C7847D1}"/>
                </a:ext>
              </a:extLst>
            </p:cNvPr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>
              <a:extLst>
                <a:ext uri="{FF2B5EF4-FFF2-40B4-BE49-F238E27FC236}">
                  <a16:creationId xmlns:a16="http://schemas.microsoft.com/office/drawing/2014/main" id="{D2F2359D-E558-9385-9D24-EB3B57B7770F}"/>
                </a:ext>
              </a:extLst>
            </p:cNvPr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>
              <a:extLst>
                <a:ext uri="{FF2B5EF4-FFF2-40B4-BE49-F238E27FC236}">
                  <a16:creationId xmlns:a16="http://schemas.microsoft.com/office/drawing/2014/main" id="{F7AA6276-1840-8862-0830-F06FE1FEEA6C}"/>
                </a:ext>
              </a:extLst>
            </p:cNvPr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>
              <a:extLst>
                <a:ext uri="{FF2B5EF4-FFF2-40B4-BE49-F238E27FC236}">
                  <a16:creationId xmlns:a16="http://schemas.microsoft.com/office/drawing/2014/main" id="{77E386F3-D523-F744-836E-5FCD75F0FE1B}"/>
                </a:ext>
              </a:extLst>
            </p:cNvPr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>
              <a:extLst>
                <a:ext uri="{FF2B5EF4-FFF2-40B4-BE49-F238E27FC236}">
                  <a16:creationId xmlns:a16="http://schemas.microsoft.com/office/drawing/2014/main" id="{8E9BC143-ACDB-4E9A-08F6-183394D33325}"/>
                </a:ext>
              </a:extLst>
            </p:cNvPr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>
              <a:extLst>
                <a:ext uri="{FF2B5EF4-FFF2-40B4-BE49-F238E27FC236}">
                  <a16:creationId xmlns:a16="http://schemas.microsoft.com/office/drawing/2014/main" id="{9CED6525-9733-B9E6-F244-7852EA4F6FF3}"/>
                </a:ext>
              </a:extLst>
            </p:cNvPr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>
              <a:extLst>
                <a:ext uri="{FF2B5EF4-FFF2-40B4-BE49-F238E27FC236}">
                  <a16:creationId xmlns:a16="http://schemas.microsoft.com/office/drawing/2014/main" id="{5377F8D7-CC9A-A9B0-93C2-06EADB0E89C5}"/>
                </a:ext>
              </a:extLst>
            </p:cNvPr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>
              <a:extLst>
                <a:ext uri="{FF2B5EF4-FFF2-40B4-BE49-F238E27FC236}">
                  <a16:creationId xmlns:a16="http://schemas.microsoft.com/office/drawing/2014/main" id="{6463D5AE-AA45-FE1B-04B8-1C557B8B3B5C}"/>
                </a:ext>
              </a:extLst>
            </p:cNvPr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>
              <a:extLst>
                <a:ext uri="{FF2B5EF4-FFF2-40B4-BE49-F238E27FC236}">
                  <a16:creationId xmlns:a16="http://schemas.microsoft.com/office/drawing/2014/main" id="{447744E0-3CBF-1B2E-7A48-CA257ADBA9A7}"/>
                </a:ext>
              </a:extLst>
            </p:cNvPr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>
              <a:extLst>
                <a:ext uri="{FF2B5EF4-FFF2-40B4-BE49-F238E27FC236}">
                  <a16:creationId xmlns:a16="http://schemas.microsoft.com/office/drawing/2014/main" id="{55E3B8DC-6841-1E62-E9C3-79FE2D5302D6}"/>
                </a:ext>
              </a:extLst>
            </p:cNvPr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>
              <a:extLst>
                <a:ext uri="{FF2B5EF4-FFF2-40B4-BE49-F238E27FC236}">
                  <a16:creationId xmlns:a16="http://schemas.microsoft.com/office/drawing/2014/main" id="{1981AE67-057B-7159-881B-3B9BC8997DAF}"/>
                </a:ext>
              </a:extLst>
            </p:cNvPr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>
              <a:extLst>
                <a:ext uri="{FF2B5EF4-FFF2-40B4-BE49-F238E27FC236}">
                  <a16:creationId xmlns:a16="http://schemas.microsoft.com/office/drawing/2014/main" id="{4209D4B0-906E-4AB7-7FA5-E717C9CA3FAE}"/>
                </a:ext>
              </a:extLst>
            </p:cNvPr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>
              <a:extLst>
                <a:ext uri="{FF2B5EF4-FFF2-40B4-BE49-F238E27FC236}">
                  <a16:creationId xmlns:a16="http://schemas.microsoft.com/office/drawing/2014/main" id="{BB2FAA14-73D3-94F6-8020-19058F93A671}"/>
                </a:ext>
              </a:extLst>
            </p:cNvPr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>
              <a:extLst>
                <a:ext uri="{FF2B5EF4-FFF2-40B4-BE49-F238E27FC236}">
                  <a16:creationId xmlns:a16="http://schemas.microsoft.com/office/drawing/2014/main" id="{C0C240E8-929F-EA9F-987A-38B5D87F7C05}"/>
                </a:ext>
              </a:extLst>
            </p:cNvPr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>
              <a:extLst>
                <a:ext uri="{FF2B5EF4-FFF2-40B4-BE49-F238E27FC236}">
                  <a16:creationId xmlns:a16="http://schemas.microsoft.com/office/drawing/2014/main" id="{5E1F7228-D8EF-66FF-9AED-0AF66C79B839}"/>
                </a:ext>
              </a:extLst>
            </p:cNvPr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>
              <a:extLst>
                <a:ext uri="{FF2B5EF4-FFF2-40B4-BE49-F238E27FC236}">
                  <a16:creationId xmlns:a16="http://schemas.microsoft.com/office/drawing/2014/main" id="{A8227A22-3332-8EAE-B0D5-455180B2CA24}"/>
                </a:ext>
              </a:extLst>
            </p:cNvPr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>
            <a:extLst>
              <a:ext uri="{FF2B5EF4-FFF2-40B4-BE49-F238E27FC236}">
                <a16:creationId xmlns:a16="http://schemas.microsoft.com/office/drawing/2014/main" id="{7A9DE1F8-B38B-B065-014A-E975D1CE2620}"/>
              </a:ext>
            </a:extLst>
          </p:cNvPr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>
              <a:extLst>
                <a:ext uri="{FF2B5EF4-FFF2-40B4-BE49-F238E27FC236}">
                  <a16:creationId xmlns:a16="http://schemas.microsoft.com/office/drawing/2014/main" id="{BA4AF5D8-7AE4-29C0-C551-E8ABD179163B}"/>
                </a:ext>
              </a:extLst>
            </p:cNvPr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>
              <a:extLst>
                <a:ext uri="{FF2B5EF4-FFF2-40B4-BE49-F238E27FC236}">
                  <a16:creationId xmlns:a16="http://schemas.microsoft.com/office/drawing/2014/main" id="{8D523517-A6F2-87A3-D398-812A973B96E2}"/>
                </a:ext>
              </a:extLst>
            </p:cNvPr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>
              <a:extLst>
                <a:ext uri="{FF2B5EF4-FFF2-40B4-BE49-F238E27FC236}">
                  <a16:creationId xmlns:a16="http://schemas.microsoft.com/office/drawing/2014/main" id="{1C28E6BA-3008-16A1-04F1-BEF0818D52C3}"/>
                </a:ext>
              </a:extLst>
            </p:cNvPr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>
              <a:extLst>
                <a:ext uri="{FF2B5EF4-FFF2-40B4-BE49-F238E27FC236}">
                  <a16:creationId xmlns:a16="http://schemas.microsoft.com/office/drawing/2014/main" id="{7104A34A-C3B5-A89D-F455-6E3D5D380608}"/>
                </a:ext>
              </a:extLst>
            </p:cNvPr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>
              <a:extLst>
                <a:ext uri="{FF2B5EF4-FFF2-40B4-BE49-F238E27FC236}">
                  <a16:creationId xmlns:a16="http://schemas.microsoft.com/office/drawing/2014/main" id="{EA09B685-1F4F-D29C-F493-38969FAFB1C8}"/>
                </a:ext>
              </a:extLst>
            </p:cNvPr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>
              <a:extLst>
                <a:ext uri="{FF2B5EF4-FFF2-40B4-BE49-F238E27FC236}">
                  <a16:creationId xmlns:a16="http://schemas.microsoft.com/office/drawing/2014/main" id="{1B7BE4FA-9251-4E7F-D2BF-70082D30EB9D}"/>
                </a:ext>
              </a:extLst>
            </p:cNvPr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>
              <a:extLst>
                <a:ext uri="{FF2B5EF4-FFF2-40B4-BE49-F238E27FC236}">
                  <a16:creationId xmlns:a16="http://schemas.microsoft.com/office/drawing/2014/main" id="{26E2C04F-1ACA-A7EA-33CA-D126ED837855}"/>
                </a:ext>
              </a:extLst>
            </p:cNvPr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>
              <a:extLst>
                <a:ext uri="{FF2B5EF4-FFF2-40B4-BE49-F238E27FC236}">
                  <a16:creationId xmlns:a16="http://schemas.microsoft.com/office/drawing/2014/main" id="{14754BDD-2149-EFCD-F153-D477B307DBEF}"/>
                </a:ext>
              </a:extLst>
            </p:cNvPr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>
              <a:extLst>
                <a:ext uri="{FF2B5EF4-FFF2-40B4-BE49-F238E27FC236}">
                  <a16:creationId xmlns:a16="http://schemas.microsoft.com/office/drawing/2014/main" id="{1D70185D-3EF7-CEF3-FD5A-C3BE5E2E2EE5}"/>
                </a:ext>
              </a:extLst>
            </p:cNvPr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>
              <a:extLst>
                <a:ext uri="{FF2B5EF4-FFF2-40B4-BE49-F238E27FC236}">
                  <a16:creationId xmlns:a16="http://schemas.microsoft.com/office/drawing/2014/main" id="{3666746B-6CA7-67DB-D783-D50D4AA1A950}"/>
                </a:ext>
              </a:extLst>
            </p:cNvPr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>
              <a:extLst>
                <a:ext uri="{FF2B5EF4-FFF2-40B4-BE49-F238E27FC236}">
                  <a16:creationId xmlns:a16="http://schemas.microsoft.com/office/drawing/2014/main" id="{2357035C-D23D-67E4-CE05-FE603E64DB7A}"/>
                </a:ext>
              </a:extLst>
            </p:cNvPr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>
              <a:extLst>
                <a:ext uri="{FF2B5EF4-FFF2-40B4-BE49-F238E27FC236}">
                  <a16:creationId xmlns:a16="http://schemas.microsoft.com/office/drawing/2014/main" id="{45DBB3E7-CC89-8F57-7324-30A66107E456}"/>
                </a:ext>
              </a:extLst>
            </p:cNvPr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>
              <a:extLst>
                <a:ext uri="{FF2B5EF4-FFF2-40B4-BE49-F238E27FC236}">
                  <a16:creationId xmlns:a16="http://schemas.microsoft.com/office/drawing/2014/main" id="{756D5F25-97CB-F7DF-962E-A42688C5950F}"/>
                </a:ext>
              </a:extLst>
            </p:cNvPr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>
              <a:extLst>
                <a:ext uri="{FF2B5EF4-FFF2-40B4-BE49-F238E27FC236}">
                  <a16:creationId xmlns:a16="http://schemas.microsoft.com/office/drawing/2014/main" id="{02E11D20-0014-731D-418C-6CF487D522FA}"/>
                </a:ext>
              </a:extLst>
            </p:cNvPr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>
              <a:extLst>
                <a:ext uri="{FF2B5EF4-FFF2-40B4-BE49-F238E27FC236}">
                  <a16:creationId xmlns:a16="http://schemas.microsoft.com/office/drawing/2014/main" id="{F304000F-91B8-FF0E-6026-28E6638E6940}"/>
                </a:ext>
              </a:extLst>
            </p:cNvPr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>
              <a:extLst>
                <a:ext uri="{FF2B5EF4-FFF2-40B4-BE49-F238E27FC236}">
                  <a16:creationId xmlns:a16="http://schemas.microsoft.com/office/drawing/2014/main" id="{13120134-030C-39BB-D7A8-1665861FC85B}"/>
                </a:ext>
              </a:extLst>
            </p:cNvPr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>
              <a:extLst>
                <a:ext uri="{FF2B5EF4-FFF2-40B4-BE49-F238E27FC236}">
                  <a16:creationId xmlns:a16="http://schemas.microsoft.com/office/drawing/2014/main" id="{3D827310-0022-6546-6B19-C88184DF770D}"/>
                </a:ext>
              </a:extLst>
            </p:cNvPr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>
              <a:extLst>
                <a:ext uri="{FF2B5EF4-FFF2-40B4-BE49-F238E27FC236}">
                  <a16:creationId xmlns:a16="http://schemas.microsoft.com/office/drawing/2014/main" id="{D2196E46-C7AF-1E1E-99F0-4AF409C575C4}"/>
                </a:ext>
              </a:extLst>
            </p:cNvPr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>
              <a:extLst>
                <a:ext uri="{FF2B5EF4-FFF2-40B4-BE49-F238E27FC236}">
                  <a16:creationId xmlns:a16="http://schemas.microsoft.com/office/drawing/2014/main" id="{5D72991F-EEB5-EECF-B59F-F2E61CFB2D3C}"/>
                </a:ext>
              </a:extLst>
            </p:cNvPr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>
              <a:extLst>
                <a:ext uri="{FF2B5EF4-FFF2-40B4-BE49-F238E27FC236}">
                  <a16:creationId xmlns:a16="http://schemas.microsoft.com/office/drawing/2014/main" id="{71587156-2675-C288-F679-ECFBB70D85CD}"/>
                </a:ext>
              </a:extLst>
            </p:cNvPr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>
            <a:extLst>
              <a:ext uri="{FF2B5EF4-FFF2-40B4-BE49-F238E27FC236}">
                <a16:creationId xmlns:a16="http://schemas.microsoft.com/office/drawing/2014/main" id="{0862B70E-3814-AA3C-EC6A-FED059442BA3}"/>
              </a:ext>
            </a:extLst>
          </p:cNvPr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>
            <a:extLst>
              <a:ext uri="{FF2B5EF4-FFF2-40B4-BE49-F238E27FC236}">
                <a16:creationId xmlns:a16="http://schemas.microsoft.com/office/drawing/2014/main" id="{BAB700DB-4CA3-F3D9-4450-25FC83677B13}"/>
              </a:ext>
            </a:extLst>
          </p:cNvPr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>
              <a:extLst>
                <a:ext uri="{FF2B5EF4-FFF2-40B4-BE49-F238E27FC236}">
                  <a16:creationId xmlns:a16="http://schemas.microsoft.com/office/drawing/2014/main" id="{44421D67-DF3B-9335-3067-A3A4512F34DA}"/>
                </a:ext>
              </a:extLst>
            </p:cNvPr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>
              <a:extLst>
                <a:ext uri="{FF2B5EF4-FFF2-40B4-BE49-F238E27FC236}">
                  <a16:creationId xmlns:a16="http://schemas.microsoft.com/office/drawing/2014/main" id="{BF6FC3BC-35E2-2D7A-30AF-9EDF5944FCC0}"/>
                </a:ext>
              </a:extLst>
            </p:cNvPr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>
              <a:extLst>
                <a:ext uri="{FF2B5EF4-FFF2-40B4-BE49-F238E27FC236}">
                  <a16:creationId xmlns:a16="http://schemas.microsoft.com/office/drawing/2014/main" id="{F6C7BD19-6D1F-3285-811E-F9B7B573712E}"/>
                </a:ext>
              </a:extLst>
            </p:cNvPr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>
              <a:extLst>
                <a:ext uri="{FF2B5EF4-FFF2-40B4-BE49-F238E27FC236}">
                  <a16:creationId xmlns:a16="http://schemas.microsoft.com/office/drawing/2014/main" id="{F3C8BED9-4FBA-E6A1-977C-E55B46190221}"/>
                </a:ext>
              </a:extLst>
            </p:cNvPr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>
              <a:extLst>
                <a:ext uri="{FF2B5EF4-FFF2-40B4-BE49-F238E27FC236}">
                  <a16:creationId xmlns:a16="http://schemas.microsoft.com/office/drawing/2014/main" id="{C8890137-E61B-BAE6-A3AB-3EB5E8F5644C}"/>
                </a:ext>
              </a:extLst>
            </p:cNvPr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>
              <a:extLst>
                <a:ext uri="{FF2B5EF4-FFF2-40B4-BE49-F238E27FC236}">
                  <a16:creationId xmlns:a16="http://schemas.microsoft.com/office/drawing/2014/main" id="{DF5C626A-5A27-7D7E-32AB-1B35DA98B313}"/>
                </a:ext>
              </a:extLst>
            </p:cNvPr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>
              <a:extLst>
                <a:ext uri="{FF2B5EF4-FFF2-40B4-BE49-F238E27FC236}">
                  <a16:creationId xmlns:a16="http://schemas.microsoft.com/office/drawing/2014/main" id="{0F6C3ACF-31A4-9687-000C-D8C3744F51A0}"/>
                </a:ext>
              </a:extLst>
            </p:cNvPr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>
              <a:extLst>
                <a:ext uri="{FF2B5EF4-FFF2-40B4-BE49-F238E27FC236}">
                  <a16:creationId xmlns:a16="http://schemas.microsoft.com/office/drawing/2014/main" id="{8729899A-4BC7-DA6B-FA9F-29F9465041C5}"/>
                </a:ext>
              </a:extLst>
            </p:cNvPr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>
              <a:extLst>
                <a:ext uri="{FF2B5EF4-FFF2-40B4-BE49-F238E27FC236}">
                  <a16:creationId xmlns:a16="http://schemas.microsoft.com/office/drawing/2014/main" id="{EEF42936-83DE-340B-9B94-1134205FC03C}"/>
                </a:ext>
              </a:extLst>
            </p:cNvPr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>
              <a:extLst>
                <a:ext uri="{FF2B5EF4-FFF2-40B4-BE49-F238E27FC236}">
                  <a16:creationId xmlns:a16="http://schemas.microsoft.com/office/drawing/2014/main" id="{3259D894-C004-E05D-00E1-EF755D5E9CAE}"/>
                </a:ext>
              </a:extLst>
            </p:cNvPr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>
              <a:extLst>
                <a:ext uri="{FF2B5EF4-FFF2-40B4-BE49-F238E27FC236}">
                  <a16:creationId xmlns:a16="http://schemas.microsoft.com/office/drawing/2014/main" id="{37AA808B-8BDD-1B3C-1665-D2E3A595E1A3}"/>
                </a:ext>
              </a:extLst>
            </p:cNvPr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>
              <a:extLst>
                <a:ext uri="{FF2B5EF4-FFF2-40B4-BE49-F238E27FC236}">
                  <a16:creationId xmlns:a16="http://schemas.microsoft.com/office/drawing/2014/main" id="{DEE8688B-E298-6EDD-545E-4A746DB188EE}"/>
                </a:ext>
              </a:extLst>
            </p:cNvPr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>
              <a:extLst>
                <a:ext uri="{FF2B5EF4-FFF2-40B4-BE49-F238E27FC236}">
                  <a16:creationId xmlns:a16="http://schemas.microsoft.com/office/drawing/2014/main" id="{BABCCDFA-35AE-0CFA-FF51-5ABEE72543F7}"/>
                </a:ext>
              </a:extLst>
            </p:cNvPr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>
              <a:extLst>
                <a:ext uri="{FF2B5EF4-FFF2-40B4-BE49-F238E27FC236}">
                  <a16:creationId xmlns:a16="http://schemas.microsoft.com/office/drawing/2014/main" id="{0EC4D85F-DC25-85A2-10CC-74C9CF2AFB5B}"/>
                </a:ext>
              </a:extLst>
            </p:cNvPr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>
              <a:extLst>
                <a:ext uri="{FF2B5EF4-FFF2-40B4-BE49-F238E27FC236}">
                  <a16:creationId xmlns:a16="http://schemas.microsoft.com/office/drawing/2014/main" id="{6CAE010D-7487-52AA-64E7-AC54100FA7C8}"/>
                </a:ext>
              </a:extLst>
            </p:cNvPr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>
            <a:extLst>
              <a:ext uri="{FF2B5EF4-FFF2-40B4-BE49-F238E27FC236}">
                <a16:creationId xmlns:a16="http://schemas.microsoft.com/office/drawing/2014/main" id="{54AFAE31-6305-D409-2F48-9941656D1164}"/>
              </a:ext>
            </a:extLst>
          </p:cNvPr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>
              <a:extLst>
                <a:ext uri="{FF2B5EF4-FFF2-40B4-BE49-F238E27FC236}">
                  <a16:creationId xmlns:a16="http://schemas.microsoft.com/office/drawing/2014/main" id="{3374C538-539B-AD46-CB2A-A0180602CBDF}"/>
                </a:ext>
              </a:extLst>
            </p:cNvPr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>
              <a:extLst>
                <a:ext uri="{FF2B5EF4-FFF2-40B4-BE49-F238E27FC236}">
                  <a16:creationId xmlns:a16="http://schemas.microsoft.com/office/drawing/2014/main" id="{310C7999-EE27-E8A6-EF78-ECA29447BB14}"/>
                </a:ext>
              </a:extLst>
            </p:cNvPr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>
              <a:extLst>
                <a:ext uri="{FF2B5EF4-FFF2-40B4-BE49-F238E27FC236}">
                  <a16:creationId xmlns:a16="http://schemas.microsoft.com/office/drawing/2014/main" id="{1510E740-C187-FCB1-7C44-0192FEF78C1E}"/>
                </a:ext>
              </a:extLst>
            </p:cNvPr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>
              <a:extLst>
                <a:ext uri="{FF2B5EF4-FFF2-40B4-BE49-F238E27FC236}">
                  <a16:creationId xmlns:a16="http://schemas.microsoft.com/office/drawing/2014/main" id="{F6077C76-5B57-28FD-99AF-60C060AD85B5}"/>
                </a:ext>
              </a:extLst>
            </p:cNvPr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>
              <a:extLst>
                <a:ext uri="{FF2B5EF4-FFF2-40B4-BE49-F238E27FC236}">
                  <a16:creationId xmlns:a16="http://schemas.microsoft.com/office/drawing/2014/main" id="{1D2F8C35-D3F2-25B4-C16F-92CA3F27CAC2}"/>
                </a:ext>
              </a:extLst>
            </p:cNvPr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>
              <a:extLst>
                <a:ext uri="{FF2B5EF4-FFF2-40B4-BE49-F238E27FC236}">
                  <a16:creationId xmlns:a16="http://schemas.microsoft.com/office/drawing/2014/main" id="{106CF658-F04E-C304-6B9D-E41628CC7BAA}"/>
                </a:ext>
              </a:extLst>
            </p:cNvPr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>
              <a:extLst>
                <a:ext uri="{FF2B5EF4-FFF2-40B4-BE49-F238E27FC236}">
                  <a16:creationId xmlns:a16="http://schemas.microsoft.com/office/drawing/2014/main" id="{8E94FA69-D262-1CF1-8EFE-DCDAC32295E9}"/>
                </a:ext>
              </a:extLst>
            </p:cNvPr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>
              <a:extLst>
                <a:ext uri="{FF2B5EF4-FFF2-40B4-BE49-F238E27FC236}">
                  <a16:creationId xmlns:a16="http://schemas.microsoft.com/office/drawing/2014/main" id="{35E9B915-05AA-5708-2D7E-48C1FEA8D80B}"/>
                </a:ext>
              </a:extLst>
            </p:cNvPr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>
              <a:extLst>
                <a:ext uri="{FF2B5EF4-FFF2-40B4-BE49-F238E27FC236}">
                  <a16:creationId xmlns:a16="http://schemas.microsoft.com/office/drawing/2014/main" id="{C7AD4BCE-7E2E-F610-8E51-561042E03F0A}"/>
                </a:ext>
              </a:extLst>
            </p:cNvPr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>
              <a:extLst>
                <a:ext uri="{FF2B5EF4-FFF2-40B4-BE49-F238E27FC236}">
                  <a16:creationId xmlns:a16="http://schemas.microsoft.com/office/drawing/2014/main" id="{E667B7E1-B6E7-8FBE-26C4-E3B3720C57AF}"/>
                </a:ext>
              </a:extLst>
            </p:cNvPr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>
              <a:extLst>
                <a:ext uri="{FF2B5EF4-FFF2-40B4-BE49-F238E27FC236}">
                  <a16:creationId xmlns:a16="http://schemas.microsoft.com/office/drawing/2014/main" id="{FEE84ACB-4A78-46C0-5A44-FADFF4244556}"/>
                </a:ext>
              </a:extLst>
            </p:cNvPr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>
              <a:extLst>
                <a:ext uri="{FF2B5EF4-FFF2-40B4-BE49-F238E27FC236}">
                  <a16:creationId xmlns:a16="http://schemas.microsoft.com/office/drawing/2014/main" id="{93624DA4-3BD1-3754-9435-D3F27748AA10}"/>
                </a:ext>
              </a:extLst>
            </p:cNvPr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909;p43">
            <a:extLst>
              <a:ext uri="{FF2B5EF4-FFF2-40B4-BE49-F238E27FC236}">
                <a16:creationId xmlns:a16="http://schemas.microsoft.com/office/drawing/2014/main" id="{E2F768CC-3BB2-7BF0-949B-0E1A99613D6D}"/>
              </a:ext>
            </a:extLst>
          </p:cNvPr>
          <p:cNvSpPr txBox="1">
            <a:spLocks/>
          </p:cNvSpPr>
          <p:nvPr/>
        </p:nvSpPr>
        <p:spPr>
          <a:xfrm>
            <a:off x="3987363" y="513320"/>
            <a:ext cx="1742108" cy="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10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Dela Gothic One"/>
              <a:buNone/>
              <a:defRPr sz="3000" b="0" i="0" u="none" strike="noStrike" cap="none">
                <a:solidFill>
                  <a:schemeClr val="dk2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9pPr>
          </a:lstStyle>
          <a:p>
            <a:pPr algn="l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243802C-36BB-F60A-53B5-0069CA10D3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190653" y="1782471"/>
            <a:ext cx="533552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-457056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Paradigm Online. (n.d.). VP Online. https://online.visual-paradigm.com</a:t>
            </a:r>
            <a:endParaRPr lang="en-US" altLang="en-US" sz="28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32C1F8-A291-9697-F024-8E1B7B137393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224416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2"/>
          <p:cNvSpPr txBox="1">
            <a:spLocks noGrp="1"/>
          </p:cNvSpPr>
          <p:nvPr>
            <p:ph type="title"/>
          </p:nvPr>
        </p:nvSpPr>
        <p:spPr>
          <a:xfrm>
            <a:off x="2135586" y="2136924"/>
            <a:ext cx="4872900" cy="869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800"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8" name="Google Shape;808;p42"/>
          <p:cNvGrpSpPr/>
          <p:nvPr/>
        </p:nvGrpSpPr>
        <p:grpSpPr>
          <a:xfrm rot="-890412">
            <a:off x="7042317" y="530441"/>
            <a:ext cx="1315755" cy="956023"/>
            <a:chOff x="4398070" y="2734050"/>
            <a:chExt cx="729114" cy="529757"/>
          </a:xfrm>
        </p:grpSpPr>
        <p:sp>
          <p:nvSpPr>
            <p:cNvPr id="809" name="Google Shape;809;p42"/>
            <p:cNvSpPr/>
            <p:nvPr/>
          </p:nvSpPr>
          <p:spPr>
            <a:xfrm>
              <a:off x="4411063" y="2979399"/>
              <a:ext cx="45539" cy="107288"/>
            </a:xfrm>
            <a:custGeom>
              <a:avLst/>
              <a:gdLst/>
              <a:ahLst/>
              <a:cxnLst/>
              <a:rect l="l" t="t" r="r" b="b"/>
              <a:pathLst>
                <a:path w="1076" h="2535" extrusionOk="0">
                  <a:moveTo>
                    <a:pt x="269" y="1"/>
                  </a:moveTo>
                  <a:lnTo>
                    <a:pt x="154" y="39"/>
                  </a:lnTo>
                  <a:lnTo>
                    <a:pt x="116" y="193"/>
                  </a:lnTo>
                  <a:lnTo>
                    <a:pt x="77" y="423"/>
                  </a:lnTo>
                  <a:lnTo>
                    <a:pt x="1" y="692"/>
                  </a:lnTo>
                  <a:lnTo>
                    <a:pt x="1" y="999"/>
                  </a:lnTo>
                  <a:lnTo>
                    <a:pt x="1" y="1383"/>
                  </a:lnTo>
                  <a:lnTo>
                    <a:pt x="77" y="1575"/>
                  </a:lnTo>
                  <a:lnTo>
                    <a:pt x="116" y="1767"/>
                  </a:lnTo>
                  <a:lnTo>
                    <a:pt x="154" y="1959"/>
                  </a:lnTo>
                  <a:lnTo>
                    <a:pt x="269" y="2189"/>
                  </a:lnTo>
                  <a:lnTo>
                    <a:pt x="653" y="2534"/>
                  </a:lnTo>
                  <a:lnTo>
                    <a:pt x="1076" y="1882"/>
                  </a:lnTo>
                  <a:lnTo>
                    <a:pt x="845" y="269"/>
                  </a:lnTo>
                  <a:lnTo>
                    <a:pt x="768" y="231"/>
                  </a:lnTo>
                  <a:lnTo>
                    <a:pt x="615" y="116"/>
                  </a:lnTo>
                  <a:lnTo>
                    <a:pt x="500" y="77"/>
                  </a:lnTo>
                  <a:lnTo>
                    <a:pt x="385" y="39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4425707" y="2982658"/>
              <a:ext cx="698702" cy="260029"/>
            </a:xfrm>
            <a:custGeom>
              <a:avLst/>
              <a:gdLst/>
              <a:ahLst/>
              <a:cxnLst/>
              <a:rect l="l" t="t" r="r" b="b"/>
              <a:pathLst>
                <a:path w="16509" h="6144" extrusionOk="0">
                  <a:moveTo>
                    <a:pt x="15510" y="0"/>
                  </a:moveTo>
                  <a:lnTo>
                    <a:pt x="346" y="1843"/>
                  </a:lnTo>
                  <a:lnTo>
                    <a:pt x="0" y="1958"/>
                  </a:lnTo>
                  <a:lnTo>
                    <a:pt x="7064" y="6143"/>
                  </a:lnTo>
                  <a:lnTo>
                    <a:pt x="16509" y="691"/>
                  </a:lnTo>
                  <a:lnTo>
                    <a:pt x="155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4445500" y="2748650"/>
              <a:ext cx="678890" cy="393341"/>
            </a:xfrm>
            <a:custGeom>
              <a:avLst/>
              <a:gdLst/>
              <a:ahLst/>
              <a:cxnLst/>
              <a:rect l="l" t="t" r="r" b="b"/>
              <a:pathLst>
                <a:path w="15972" h="9254" extrusionOk="0">
                  <a:moveTo>
                    <a:pt x="9407" y="1"/>
                  </a:moveTo>
                  <a:lnTo>
                    <a:pt x="1" y="5453"/>
                  </a:lnTo>
                  <a:lnTo>
                    <a:pt x="6604" y="9253"/>
                  </a:lnTo>
                  <a:lnTo>
                    <a:pt x="15972" y="3802"/>
                  </a:lnTo>
                  <a:lnTo>
                    <a:pt x="94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4727939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4414325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4398070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4435441" y="2742176"/>
              <a:ext cx="411121" cy="237260"/>
            </a:xfrm>
            <a:custGeom>
              <a:avLst/>
              <a:gdLst/>
              <a:ahLst/>
              <a:cxnLst/>
              <a:rect l="l" t="t" r="r" b="b"/>
              <a:pathLst>
                <a:path w="9714" h="5606" extrusionOk="0">
                  <a:moveTo>
                    <a:pt x="9368" y="0"/>
                  </a:moveTo>
                  <a:lnTo>
                    <a:pt x="0" y="5375"/>
                  </a:lnTo>
                  <a:lnTo>
                    <a:pt x="39" y="5490"/>
                  </a:lnTo>
                  <a:lnTo>
                    <a:pt x="77" y="5567"/>
                  </a:lnTo>
                  <a:lnTo>
                    <a:pt x="116" y="5606"/>
                  </a:lnTo>
                  <a:lnTo>
                    <a:pt x="308" y="5606"/>
                  </a:lnTo>
                  <a:lnTo>
                    <a:pt x="9714" y="154"/>
                  </a:lnTo>
                  <a:lnTo>
                    <a:pt x="9522" y="154"/>
                  </a:lnTo>
                  <a:lnTo>
                    <a:pt x="9445" y="116"/>
                  </a:lnTo>
                  <a:lnTo>
                    <a:pt x="9406" y="77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4440309" y="2953412"/>
              <a:ext cx="653248" cy="274631"/>
            </a:xfrm>
            <a:custGeom>
              <a:avLst/>
              <a:gdLst/>
              <a:ahLst/>
              <a:cxnLst/>
              <a:rect l="l" t="t" r="r" b="b"/>
              <a:pathLst>
                <a:path w="15435" h="6489" extrusionOk="0">
                  <a:moveTo>
                    <a:pt x="15165" y="0"/>
                  </a:moveTo>
                  <a:lnTo>
                    <a:pt x="6796" y="4876"/>
                  </a:lnTo>
                  <a:lnTo>
                    <a:pt x="1" y="960"/>
                  </a:lnTo>
                  <a:lnTo>
                    <a:pt x="1" y="2534"/>
                  </a:lnTo>
                  <a:lnTo>
                    <a:pt x="6758" y="6489"/>
                  </a:lnTo>
                  <a:lnTo>
                    <a:pt x="15434" y="1421"/>
                  </a:lnTo>
                  <a:lnTo>
                    <a:pt x="15396" y="1306"/>
                  </a:lnTo>
                  <a:lnTo>
                    <a:pt x="15357" y="1229"/>
                  </a:lnTo>
                  <a:lnTo>
                    <a:pt x="15242" y="998"/>
                  </a:lnTo>
                  <a:lnTo>
                    <a:pt x="15204" y="768"/>
                  </a:lnTo>
                  <a:lnTo>
                    <a:pt x="15165" y="538"/>
                  </a:lnTo>
                  <a:lnTo>
                    <a:pt x="15165" y="154"/>
                  </a:lnTo>
                  <a:lnTo>
                    <a:pt x="151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4714900" y="2946800"/>
              <a:ext cx="387785" cy="281249"/>
            </a:xfrm>
            <a:custGeom>
              <a:avLst/>
              <a:gdLst/>
              <a:ahLst/>
              <a:cxnLst/>
              <a:rect l="l" t="t" r="r" b="b"/>
              <a:pathLst>
                <a:path w="8947" h="6489" extrusionOk="0">
                  <a:moveTo>
                    <a:pt x="8677" y="0"/>
                  </a:moveTo>
                  <a:lnTo>
                    <a:pt x="308" y="4876"/>
                  </a:lnTo>
                  <a:lnTo>
                    <a:pt x="116" y="4761"/>
                  </a:lnTo>
                  <a:lnTo>
                    <a:pt x="39" y="4991"/>
                  </a:lnTo>
                  <a:lnTo>
                    <a:pt x="1" y="5145"/>
                  </a:lnTo>
                  <a:lnTo>
                    <a:pt x="1" y="5337"/>
                  </a:lnTo>
                  <a:lnTo>
                    <a:pt x="1" y="5490"/>
                  </a:lnTo>
                  <a:lnTo>
                    <a:pt x="1" y="5797"/>
                  </a:lnTo>
                  <a:lnTo>
                    <a:pt x="39" y="6028"/>
                  </a:lnTo>
                  <a:lnTo>
                    <a:pt x="154" y="6220"/>
                  </a:lnTo>
                  <a:lnTo>
                    <a:pt x="193" y="6335"/>
                  </a:lnTo>
                  <a:lnTo>
                    <a:pt x="270" y="6489"/>
                  </a:lnTo>
                  <a:lnTo>
                    <a:pt x="8946" y="1421"/>
                  </a:lnTo>
                  <a:lnTo>
                    <a:pt x="8908" y="1306"/>
                  </a:lnTo>
                  <a:lnTo>
                    <a:pt x="8869" y="1229"/>
                  </a:lnTo>
                  <a:lnTo>
                    <a:pt x="8754" y="998"/>
                  </a:lnTo>
                  <a:lnTo>
                    <a:pt x="8716" y="768"/>
                  </a:lnTo>
                  <a:lnTo>
                    <a:pt x="8677" y="538"/>
                  </a:lnTo>
                  <a:lnTo>
                    <a:pt x="8677" y="154"/>
                  </a:lnTo>
                  <a:lnTo>
                    <a:pt x="867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4749058" y="2810401"/>
              <a:ext cx="240519" cy="139791"/>
            </a:xfrm>
            <a:custGeom>
              <a:avLst/>
              <a:gdLst/>
              <a:ahLst/>
              <a:cxnLst/>
              <a:rect l="l" t="t" r="r" b="b"/>
              <a:pathLst>
                <a:path w="5683" h="3303" extrusionOk="0">
                  <a:moveTo>
                    <a:pt x="1920" y="1"/>
                  </a:moveTo>
                  <a:lnTo>
                    <a:pt x="0" y="1076"/>
                  </a:lnTo>
                  <a:lnTo>
                    <a:pt x="3801" y="3303"/>
                  </a:lnTo>
                  <a:lnTo>
                    <a:pt x="5682" y="2228"/>
                  </a:lnTo>
                  <a:lnTo>
                    <a:pt x="192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4710036" y="2860766"/>
              <a:ext cx="191763" cy="110546"/>
            </a:xfrm>
            <a:custGeom>
              <a:avLst/>
              <a:gdLst/>
              <a:ahLst/>
              <a:cxnLst/>
              <a:rect l="l" t="t" r="r" b="b"/>
              <a:pathLst>
                <a:path w="4531" h="2612" extrusionOk="0">
                  <a:moveTo>
                    <a:pt x="730" y="1"/>
                  </a:moveTo>
                  <a:lnTo>
                    <a:pt x="1" y="423"/>
                  </a:lnTo>
                  <a:lnTo>
                    <a:pt x="3801" y="2612"/>
                  </a:lnTo>
                  <a:lnTo>
                    <a:pt x="4531" y="2228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4724680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2"/>
            <p:cNvSpPr/>
            <p:nvPr/>
          </p:nvSpPr>
          <p:spPr>
            <a:xfrm>
              <a:off x="4467946" y="3041149"/>
              <a:ext cx="185246" cy="108896"/>
            </a:xfrm>
            <a:custGeom>
              <a:avLst/>
              <a:gdLst/>
              <a:ahLst/>
              <a:cxnLst/>
              <a:rect l="l" t="t" r="r" b="b"/>
              <a:pathLst>
                <a:path w="4377" h="2573" extrusionOk="0">
                  <a:moveTo>
                    <a:pt x="0" y="0"/>
                  </a:moveTo>
                  <a:lnTo>
                    <a:pt x="1075" y="692"/>
                  </a:lnTo>
                  <a:lnTo>
                    <a:pt x="2150" y="1344"/>
                  </a:lnTo>
                  <a:lnTo>
                    <a:pt x="3264" y="1958"/>
                  </a:lnTo>
                  <a:lnTo>
                    <a:pt x="4377" y="2573"/>
                  </a:lnTo>
                  <a:lnTo>
                    <a:pt x="4377" y="2573"/>
                  </a:lnTo>
                  <a:lnTo>
                    <a:pt x="3302" y="1920"/>
                  </a:lnTo>
                  <a:lnTo>
                    <a:pt x="2227" y="1267"/>
                  </a:lnTo>
                  <a:lnTo>
                    <a:pt x="1114" y="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2"/>
            <p:cNvSpPr/>
            <p:nvPr/>
          </p:nvSpPr>
          <p:spPr>
            <a:xfrm>
              <a:off x="4557291" y="3111025"/>
              <a:ext cx="117064" cy="66658"/>
            </a:xfrm>
            <a:custGeom>
              <a:avLst/>
              <a:gdLst/>
              <a:ahLst/>
              <a:cxnLst/>
              <a:rect l="l" t="t" r="r" b="b"/>
              <a:pathLst>
                <a:path w="2766" h="1575" extrusionOk="0">
                  <a:moveTo>
                    <a:pt x="1" y="0"/>
                  </a:moveTo>
                  <a:lnTo>
                    <a:pt x="692" y="423"/>
                  </a:lnTo>
                  <a:lnTo>
                    <a:pt x="1383" y="845"/>
                  </a:lnTo>
                  <a:lnTo>
                    <a:pt x="2036" y="1190"/>
                  </a:lnTo>
                  <a:lnTo>
                    <a:pt x="2765" y="1574"/>
                  </a:lnTo>
                  <a:lnTo>
                    <a:pt x="2112" y="1152"/>
                  </a:lnTo>
                  <a:lnTo>
                    <a:pt x="1421" y="730"/>
                  </a:lnTo>
                  <a:lnTo>
                    <a:pt x="730" y="346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2"/>
            <p:cNvSpPr/>
            <p:nvPr/>
          </p:nvSpPr>
          <p:spPr>
            <a:xfrm>
              <a:off x="4766919" y="3028155"/>
              <a:ext cx="258379" cy="149525"/>
            </a:xfrm>
            <a:custGeom>
              <a:avLst/>
              <a:gdLst/>
              <a:ahLst/>
              <a:cxnLst/>
              <a:rect l="l" t="t" r="r" b="b"/>
              <a:pathLst>
                <a:path w="6105" h="3533" extrusionOk="0">
                  <a:moveTo>
                    <a:pt x="6105" y="0"/>
                  </a:moveTo>
                  <a:lnTo>
                    <a:pt x="4531" y="845"/>
                  </a:lnTo>
                  <a:lnTo>
                    <a:pt x="3033" y="1728"/>
                  </a:lnTo>
                  <a:lnTo>
                    <a:pt x="1498" y="2611"/>
                  </a:lnTo>
                  <a:lnTo>
                    <a:pt x="0" y="3532"/>
                  </a:lnTo>
                  <a:lnTo>
                    <a:pt x="1536" y="2688"/>
                  </a:lnTo>
                  <a:lnTo>
                    <a:pt x="3072" y="1805"/>
                  </a:lnTo>
                  <a:lnTo>
                    <a:pt x="4607" y="922"/>
                  </a:lnTo>
                  <a:lnTo>
                    <a:pt x="610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2"/>
            <p:cNvSpPr/>
            <p:nvPr/>
          </p:nvSpPr>
          <p:spPr>
            <a:xfrm>
              <a:off x="4996016" y="2989133"/>
              <a:ext cx="74784" cy="42322"/>
            </a:xfrm>
            <a:custGeom>
              <a:avLst/>
              <a:gdLst/>
              <a:ahLst/>
              <a:cxnLst/>
              <a:rect l="l" t="t" r="r" b="b"/>
              <a:pathLst>
                <a:path w="1767" h="1000" extrusionOk="0">
                  <a:moveTo>
                    <a:pt x="1767" y="1"/>
                  </a:moveTo>
                  <a:lnTo>
                    <a:pt x="1306" y="193"/>
                  </a:lnTo>
                  <a:lnTo>
                    <a:pt x="845" y="462"/>
                  </a:lnTo>
                  <a:lnTo>
                    <a:pt x="423" y="730"/>
                  </a:lnTo>
                  <a:lnTo>
                    <a:pt x="1" y="999"/>
                  </a:lnTo>
                  <a:lnTo>
                    <a:pt x="1" y="999"/>
                  </a:lnTo>
                  <a:lnTo>
                    <a:pt x="461" y="769"/>
                  </a:lnTo>
                  <a:lnTo>
                    <a:pt x="884" y="538"/>
                  </a:lnTo>
                  <a:lnTo>
                    <a:pt x="1344" y="270"/>
                  </a:lnTo>
                  <a:lnTo>
                    <a:pt x="1767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2"/>
            <p:cNvSpPr/>
            <p:nvPr/>
          </p:nvSpPr>
          <p:spPr>
            <a:xfrm>
              <a:off x="4398264" y="2964797"/>
              <a:ext cx="329862" cy="299008"/>
            </a:xfrm>
            <a:custGeom>
              <a:avLst/>
              <a:gdLst/>
              <a:ahLst/>
              <a:cxnLst/>
              <a:rect l="l" t="t" r="r" b="b"/>
              <a:pathLst>
                <a:path w="7794" h="7065" extrusionOk="0">
                  <a:moveTo>
                    <a:pt x="384" y="0"/>
                  </a:moveTo>
                  <a:lnTo>
                    <a:pt x="231" y="230"/>
                  </a:lnTo>
                  <a:lnTo>
                    <a:pt x="116" y="499"/>
                  </a:lnTo>
                  <a:lnTo>
                    <a:pt x="39" y="729"/>
                  </a:lnTo>
                  <a:lnTo>
                    <a:pt x="0" y="998"/>
                  </a:lnTo>
                  <a:lnTo>
                    <a:pt x="0" y="1229"/>
                  </a:lnTo>
                  <a:lnTo>
                    <a:pt x="0" y="1497"/>
                  </a:lnTo>
                  <a:lnTo>
                    <a:pt x="39" y="1728"/>
                  </a:lnTo>
                  <a:lnTo>
                    <a:pt x="116" y="1920"/>
                  </a:lnTo>
                  <a:lnTo>
                    <a:pt x="192" y="2112"/>
                  </a:lnTo>
                  <a:lnTo>
                    <a:pt x="269" y="2304"/>
                  </a:lnTo>
                  <a:lnTo>
                    <a:pt x="423" y="2611"/>
                  </a:lnTo>
                  <a:lnTo>
                    <a:pt x="500" y="2803"/>
                  </a:lnTo>
                  <a:lnTo>
                    <a:pt x="576" y="2879"/>
                  </a:lnTo>
                  <a:lnTo>
                    <a:pt x="807" y="2995"/>
                  </a:lnTo>
                  <a:lnTo>
                    <a:pt x="1037" y="2995"/>
                  </a:lnTo>
                  <a:lnTo>
                    <a:pt x="1114" y="3071"/>
                  </a:lnTo>
                  <a:lnTo>
                    <a:pt x="1191" y="3225"/>
                  </a:lnTo>
                  <a:lnTo>
                    <a:pt x="7717" y="7064"/>
                  </a:lnTo>
                  <a:lnTo>
                    <a:pt x="7717" y="6565"/>
                  </a:lnTo>
                  <a:lnTo>
                    <a:pt x="653" y="2380"/>
                  </a:lnTo>
                  <a:lnTo>
                    <a:pt x="538" y="2112"/>
                  </a:lnTo>
                  <a:lnTo>
                    <a:pt x="500" y="1881"/>
                  </a:lnTo>
                  <a:lnTo>
                    <a:pt x="461" y="1651"/>
                  </a:lnTo>
                  <a:lnTo>
                    <a:pt x="423" y="1459"/>
                  </a:lnTo>
                  <a:lnTo>
                    <a:pt x="423" y="1113"/>
                  </a:lnTo>
                  <a:lnTo>
                    <a:pt x="461" y="845"/>
                  </a:lnTo>
                  <a:lnTo>
                    <a:pt x="500" y="653"/>
                  </a:lnTo>
                  <a:lnTo>
                    <a:pt x="538" y="576"/>
                  </a:lnTo>
                  <a:lnTo>
                    <a:pt x="615" y="499"/>
                  </a:lnTo>
                  <a:lnTo>
                    <a:pt x="653" y="499"/>
                  </a:lnTo>
                  <a:lnTo>
                    <a:pt x="7794" y="4607"/>
                  </a:lnTo>
                  <a:lnTo>
                    <a:pt x="7794" y="4146"/>
                  </a:lnTo>
                  <a:lnTo>
                    <a:pt x="1267" y="422"/>
                  </a:lnTo>
                  <a:lnTo>
                    <a:pt x="1191" y="346"/>
                  </a:lnTo>
                  <a:lnTo>
                    <a:pt x="960" y="192"/>
                  </a:lnTo>
                  <a:lnTo>
                    <a:pt x="845" y="115"/>
                  </a:lnTo>
                  <a:lnTo>
                    <a:pt x="692" y="38"/>
                  </a:lnTo>
                  <a:lnTo>
                    <a:pt x="538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2"/>
            <p:cNvSpPr/>
            <p:nvPr/>
          </p:nvSpPr>
          <p:spPr>
            <a:xfrm>
              <a:off x="4727448" y="3011903"/>
              <a:ext cx="399736" cy="251904"/>
            </a:xfrm>
            <a:custGeom>
              <a:avLst/>
              <a:gdLst/>
              <a:ahLst/>
              <a:cxnLst/>
              <a:rect l="l" t="t" r="r" b="b"/>
              <a:pathLst>
                <a:path w="9445" h="5952" extrusionOk="0">
                  <a:moveTo>
                    <a:pt x="9445" y="0"/>
                  </a:moveTo>
                  <a:lnTo>
                    <a:pt x="0" y="5452"/>
                  </a:lnTo>
                  <a:lnTo>
                    <a:pt x="0" y="5951"/>
                  </a:lnTo>
                  <a:lnTo>
                    <a:pt x="9445" y="423"/>
                  </a:lnTo>
                  <a:lnTo>
                    <a:pt x="9445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2"/>
            <p:cNvSpPr/>
            <p:nvPr/>
          </p:nvSpPr>
          <p:spPr>
            <a:xfrm>
              <a:off x="4416552" y="2734050"/>
              <a:ext cx="417614" cy="238881"/>
            </a:xfrm>
            <a:custGeom>
              <a:avLst/>
              <a:gdLst/>
              <a:ahLst/>
              <a:cxnLst/>
              <a:rect l="l" t="t" r="r" b="b"/>
              <a:pathLst>
                <a:path w="9868" h="5568" extrusionOk="0">
                  <a:moveTo>
                    <a:pt x="9522" y="0"/>
                  </a:moveTo>
                  <a:lnTo>
                    <a:pt x="9406" y="39"/>
                  </a:lnTo>
                  <a:lnTo>
                    <a:pt x="9253" y="77"/>
                  </a:lnTo>
                  <a:lnTo>
                    <a:pt x="8907" y="269"/>
                  </a:lnTo>
                  <a:lnTo>
                    <a:pt x="7832" y="883"/>
                  </a:lnTo>
                  <a:lnTo>
                    <a:pt x="4607" y="2765"/>
                  </a:lnTo>
                  <a:lnTo>
                    <a:pt x="0" y="5452"/>
                  </a:lnTo>
                  <a:lnTo>
                    <a:pt x="499" y="5567"/>
                  </a:lnTo>
                  <a:lnTo>
                    <a:pt x="9867" y="192"/>
                  </a:lnTo>
                  <a:lnTo>
                    <a:pt x="9829" y="116"/>
                  </a:lnTo>
                  <a:lnTo>
                    <a:pt x="9752" y="77"/>
                  </a:lnTo>
                  <a:lnTo>
                    <a:pt x="9714" y="39"/>
                  </a:lnTo>
                  <a:lnTo>
                    <a:pt x="9598" y="39"/>
                  </a:lnTo>
                  <a:lnTo>
                    <a:pt x="952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2"/>
            <p:cNvSpPr/>
            <p:nvPr/>
          </p:nvSpPr>
          <p:spPr>
            <a:xfrm>
              <a:off x="4727448" y="2909523"/>
              <a:ext cx="396477" cy="250295"/>
            </a:xfrm>
            <a:custGeom>
              <a:avLst/>
              <a:gdLst/>
              <a:ahLst/>
              <a:cxnLst/>
              <a:rect l="l" t="t" r="r" b="b"/>
              <a:pathLst>
                <a:path w="9368" h="5914" extrusionOk="0">
                  <a:moveTo>
                    <a:pt x="9368" y="1"/>
                  </a:moveTo>
                  <a:lnTo>
                    <a:pt x="0" y="5452"/>
                  </a:lnTo>
                  <a:lnTo>
                    <a:pt x="0" y="5913"/>
                  </a:lnTo>
                  <a:lnTo>
                    <a:pt x="9368" y="423"/>
                  </a:lnTo>
                  <a:lnTo>
                    <a:pt x="936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829;p42"/>
          <p:cNvGrpSpPr/>
          <p:nvPr/>
        </p:nvGrpSpPr>
        <p:grpSpPr>
          <a:xfrm rot="-2005728">
            <a:off x="910587" y="484939"/>
            <a:ext cx="818844" cy="1326285"/>
            <a:chOff x="4097852" y="3477040"/>
            <a:chExt cx="427382" cy="692232"/>
          </a:xfrm>
        </p:grpSpPr>
        <p:sp>
          <p:nvSpPr>
            <p:cNvPr id="830" name="Google Shape;830;p42"/>
            <p:cNvSpPr/>
            <p:nvPr/>
          </p:nvSpPr>
          <p:spPr>
            <a:xfrm rot="1777425">
              <a:off x="4419815" y="3498658"/>
              <a:ext cx="88003" cy="32782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2"/>
            <p:cNvSpPr/>
            <p:nvPr/>
          </p:nvSpPr>
          <p:spPr>
            <a:xfrm>
              <a:off x="4114104" y="3488382"/>
              <a:ext cx="318519" cy="627262"/>
            </a:xfrm>
            <a:custGeom>
              <a:avLst/>
              <a:gdLst/>
              <a:ahLst/>
              <a:cxnLst/>
              <a:rect l="l" t="t" r="r" b="b"/>
              <a:pathLst>
                <a:path w="7526" h="14821" extrusionOk="0">
                  <a:moveTo>
                    <a:pt x="7526" y="1"/>
                  </a:moveTo>
                  <a:lnTo>
                    <a:pt x="269" y="3917"/>
                  </a:lnTo>
                  <a:lnTo>
                    <a:pt x="1" y="14820"/>
                  </a:lnTo>
                  <a:lnTo>
                    <a:pt x="1114" y="14321"/>
                  </a:lnTo>
                  <a:lnTo>
                    <a:pt x="7449" y="423"/>
                  </a:lnTo>
                  <a:lnTo>
                    <a:pt x="7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2"/>
            <p:cNvSpPr/>
            <p:nvPr/>
          </p:nvSpPr>
          <p:spPr>
            <a:xfrm>
              <a:off x="4201841" y="3553391"/>
              <a:ext cx="292533" cy="615877"/>
            </a:xfrm>
            <a:custGeom>
              <a:avLst/>
              <a:gdLst/>
              <a:ahLst/>
              <a:cxnLst/>
              <a:rect l="l" t="t" r="r" b="b"/>
              <a:pathLst>
                <a:path w="6912" h="14552" extrusionOk="0">
                  <a:moveTo>
                    <a:pt x="6911" y="1"/>
                  </a:moveTo>
                  <a:lnTo>
                    <a:pt x="193" y="3686"/>
                  </a:lnTo>
                  <a:lnTo>
                    <a:pt x="1" y="14551"/>
                  </a:lnTo>
                  <a:lnTo>
                    <a:pt x="6681" y="10904"/>
                  </a:lnTo>
                  <a:lnTo>
                    <a:pt x="691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2"/>
            <p:cNvSpPr/>
            <p:nvPr/>
          </p:nvSpPr>
          <p:spPr>
            <a:xfrm>
              <a:off x="4107629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2"/>
            <p:cNvSpPr/>
            <p:nvPr/>
          </p:nvSpPr>
          <p:spPr>
            <a:xfrm>
              <a:off x="4128748" y="3506285"/>
              <a:ext cx="357498" cy="602842"/>
            </a:xfrm>
            <a:custGeom>
              <a:avLst/>
              <a:gdLst/>
              <a:ahLst/>
              <a:cxnLst/>
              <a:rect l="l" t="t" r="r" b="b"/>
              <a:pathLst>
                <a:path w="8447" h="14244" extrusionOk="0">
                  <a:moveTo>
                    <a:pt x="7103" y="0"/>
                  </a:moveTo>
                  <a:lnTo>
                    <a:pt x="231" y="3724"/>
                  </a:lnTo>
                  <a:lnTo>
                    <a:pt x="0" y="13744"/>
                  </a:lnTo>
                  <a:lnTo>
                    <a:pt x="231" y="13744"/>
                  </a:lnTo>
                  <a:lnTo>
                    <a:pt x="461" y="13783"/>
                  </a:lnTo>
                  <a:lnTo>
                    <a:pt x="691" y="13898"/>
                  </a:lnTo>
                  <a:lnTo>
                    <a:pt x="922" y="13975"/>
                  </a:lnTo>
                  <a:lnTo>
                    <a:pt x="1229" y="14167"/>
                  </a:lnTo>
                  <a:lnTo>
                    <a:pt x="1382" y="14244"/>
                  </a:lnTo>
                  <a:lnTo>
                    <a:pt x="1536" y="4569"/>
                  </a:lnTo>
                  <a:lnTo>
                    <a:pt x="8446" y="806"/>
                  </a:lnTo>
                  <a:lnTo>
                    <a:pt x="71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2"/>
            <p:cNvSpPr/>
            <p:nvPr/>
          </p:nvSpPr>
          <p:spPr>
            <a:xfrm>
              <a:off x="4240863" y="3538790"/>
              <a:ext cx="190155" cy="102378"/>
            </a:xfrm>
            <a:custGeom>
              <a:avLst/>
              <a:gdLst/>
              <a:ahLst/>
              <a:cxnLst/>
              <a:rect l="l" t="t" r="r" b="b"/>
              <a:pathLst>
                <a:path w="4493" h="2419" extrusionOk="0">
                  <a:moveTo>
                    <a:pt x="4492" y="0"/>
                  </a:moveTo>
                  <a:lnTo>
                    <a:pt x="3340" y="576"/>
                  </a:lnTo>
                  <a:lnTo>
                    <a:pt x="2227" y="1152"/>
                  </a:lnTo>
                  <a:lnTo>
                    <a:pt x="1114" y="1766"/>
                  </a:lnTo>
                  <a:lnTo>
                    <a:pt x="0" y="2419"/>
                  </a:lnTo>
                  <a:lnTo>
                    <a:pt x="1152" y="1843"/>
                  </a:lnTo>
                  <a:lnTo>
                    <a:pt x="2265" y="1267"/>
                  </a:lnTo>
                  <a:lnTo>
                    <a:pt x="3379" y="653"/>
                  </a:lnTo>
                  <a:lnTo>
                    <a:pt x="4492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2"/>
            <p:cNvSpPr/>
            <p:nvPr/>
          </p:nvSpPr>
          <p:spPr>
            <a:xfrm>
              <a:off x="4206750" y="3579378"/>
              <a:ext cx="118630" cy="65050"/>
            </a:xfrm>
            <a:custGeom>
              <a:avLst/>
              <a:gdLst/>
              <a:ahLst/>
              <a:cxnLst/>
              <a:rect l="l" t="t" r="r" b="b"/>
              <a:pathLst>
                <a:path w="2803" h="1537" extrusionOk="0">
                  <a:moveTo>
                    <a:pt x="2803" y="1"/>
                  </a:moveTo>
                  <a:lnTo>
                    <a:pt x="2073" y="346"/>
                  </a:lnTo>
                  <a:lnTo>
                    <a:pt x="1382" y="730"/>
                  </a:lnTo>
                  <a:lnTo>
                    <a:pt x="691" y="1114"/>
                  </a:lnTo>
                  <a:lnTo>
                    <a:pt x="0" y="1537"/>
                  </a:lnTo>
                  <a:lnTo>
                    <a:pt x="0" y="1537"/>
                  </a:lnTo>
                  <a:lnTo>
                    <a:pt x="729" y="1191"/>
                  </a:lnTo>
                  <a:lnTo>
                    <a:pt x="1421" y="807"/>
                  </a:lnTo>
                  <a:lnTo>
                    <a:pt x="2112" y="423"/>
                  </a:lnTo>
                  <a:lnTo>
                    <a:pt x="280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2"/>
            <p:cNvSpPr/>
            <p:nvPr/>
          </p:nvSpPr>
          <p:spPr>
            <a:xfrm>
              <a:off x="4185588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2"/>
            <p:cNvSpPr/>
            <p:nvPr/>
          </p:nvSpPr>
          <p:spPr>
            <a:xfrm>
              <a:off x="4497597" y="3533880"/>
              <a:ext cx="27637" cy="472869"/>
            </a:xfrm>
            <a:custGeom>
              <a:avLst/>
              <a:gdLst/>
              <a:ahLst/>
              <a:cxnLst/>
              <a:rect l="l" t="t" r="r" b="b"/>
              <a:pathLst>
                <a:path w="653" h="11173" extrusionOk="0">
                  <a:moveTo>
                    <a:pt x="653" y="1"/>
                  </a:moveTo>
                  <a:lnTo>
                    <a:pt x="269" y="346"/>
                  </a:lnTo>
                  <a:lnTo>
                    <a:pt x="0" y="11173"/>
                  </a:lnTo>
                  <a:lnTo>
                    <a:pt x="39" y="11135"/>
                  </a:lnTo>
                  <a:lnTo>
                    <a:pt x="154" y="11096"/>
                  </a:lnTo>
                  <a:lnTo>
                    <a:pt x="192" y="11096"/>
                  </a:lnTo>
                  <a:lnTo>
                    <a:pt x="269" y="11019"/>
                  </a:lnTo>
                  <a:lnTo>
                    <a:pt x="307" y="10943"/>
                  </a:lnTo>
                  <a:lnTo>
                    <a:pt x="384" y="10866"/>
                  </a:lnTo>
                  <a:lnTo>
                    <a:pt x="384" y="10674"/>
                  </a:lnTo>
                  <a:lnTo>
                    <a:pt x="422" y="10328"/>
                  </a:lnTo>
                  <a:lnTo>
                    <a:pt x="461" y="9061"/>
                  </a:lnTo>
                  <a:lnTo>
                    <a:pt x="538" y="5337"/>
                  </a:lnTo>
                  <a:lnTo>
                    <a:pt x="65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2"/>
            <p:cNvSpPr/>
            <p:nvPr/>
          </p:nvSpPr>
          <p:spPr>
            <a:xfrm>
              <a:off x="4484604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4128748" y="3663898"/>
              <a:ext cx="74784" cy="445233"/>
            </a:xfrm>
            <a:custGeom>
              <a:avLst/>
              <a:gdLst/>
              <a:ahLst/>
              <a:cxnLst/>
              <a:rect l="l" t="t" r="r" b="b"/>
              <a:pathLst>
                <a:path w="1767" h="10520" extrusionOk="0">
                  <a:moveTo>
                    <a:pt x="231" y="0"/>
                  </a:moveTo>
                  <a:lnTo>
                    <a:pt x="0" y="10020"/>
                  </a:lnTo>
                  <a:lnTo>
                    <a:pt x="231" y="10020"/>
                  </a:lnTo>
                  <a:lnTo>
                    <a:pt x="461" y="10059"/>
                  </a:lnTo>
                  <a:lnTo>
                    <a:pt x="691" y="10174"/>
                  </a:lnTo>
                  <a:lnTo>
                    <a:pt x="922" y="10251"/>
                  </a:lnTo>
                  <a:lnTo>
                    <a:pt x="1229" y="10443"/>
                  </a:lnTo>
                  <a:lnTo>
                    <a:pt x="1382" y="10520"/>
                  </a:lnTo>
                  <a:lnTo>
                    <a:pt x="1536" y="845"/>
                  </a:lnTo>
                  <a:lnTo>
                    <a:pt x="1766" y="730"/>
                  </a:lnTo>
                  <a:lnTo>
                    <a:pt x="1613" y="576"/>
                  </a:lnTo>
                  <a:lnTo>
                    <a:pt x="1459" y="461"/>
                  </a:lnTo>
                  <a:lnTo>
                    <a:pt x="1344" y="346"/>
                  </a:lnTo>
                  <a:lnTo>
                    <a:pt x="1190" y="269"/>
                  </a:lnTo>
                  <a:lnTo>
                    <a:pt x="960" y="115"/>
                  </a:lnTo>
                  <a:lnTo>
                    <a:pt x="691" y="39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4172595" y="4100972"/>
              <a:ext cx="14686" cy="8168"/>
            </a:xfrm>
            <a:custGeom>
              <a:avLst/>
              <a:gdLst/>
              <a:ahLst/>
              <a:cxnLst/>
              <a:rect l="l" t="t" r="r" b="b"/>
              <a:pathLst>
                <a:path w="347" h="193" extrusionOk="0">
                  <a:moveTo>
                    <a:pt x="346" y="193"/>
                  </a:move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346" y="193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231" y="116"/>
                  </a:lnTo>
                  <a:lnTo>
                    <a:pt x="346" y="193"/>
                  </a:lnTo>
                  <a:lnTo>
                    <a:pt x="346" y="193"/>
                  </a:lnTo>
                  <a:lnTo>
                    <a:pt x="231" y="11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4097852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4151476" y="3723997"/>
              <a:ext cx="6560" cy="297400"/>
            </a:xfrm>
            <a:custGeom>
              <a:avLst/>
              <a:gdLst/>
              <a:ahLst/>
              <a:cxnLst/>
              <a:rect l="l" t="t" r="r" b="b"/>
              <a:pathLst>
                <a:path w="155" h="7027" extrusionOk="0">
                  <a:moveTo>
                    <a:pt x="154" y="1"/>
                  </a:moveTo>
                  <a:lnTo>
                    <a:pt x="116" y="1767"/>
                  </a:lnTo>
                  <a:lnTo>
                    <a:pt x="39" y="3533"/>
                  </a:lnTo>
                  <a:lnTo>
                    <a:pt x="1" y="5260"/>
                  </a:lnTo>
                  <a:lnTo>
                    <a:pt x="1" y="7026"/>
                  </a:lnTo>
                  <a:lnTo>
                    <a:pt x="116" y="5260"/>
                  </a:lnTo>
                  <a:lnTo>
                    <a:pt x="154" y="3533"/>
                  </a:lnTo>
                  <a:lnTo>
                    <a:pt x="154" y="1767"/>
                  </a:lnTo>
                  <a:lnTo>
                    <a:pt x="154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4161252" y="3995375"/>
              <a:ext cx="4909" cy="84518"/>
            </a:xfrm>
            <a:custGeom>
              <a:avLst/>
              <a:gdLst/>
              <a:ahLst/>
              <a:cxnLst/>
              <a:rect l="l" t="t" r="r" b="b"/>
              <a:pathLst>
                <a:path w="116" h="1997" extrusionOk="0">
                  <a:moveTo>
                    <a:pt x="77" y="0"/>
                  </a:moveTo>
                  <a:lnTo>
                    <a:pt x="0" y="499"/>
                  </a:lnTo>
                  <a:lnTo>
                    <a:pt x="0" y="998"/>
                  </a:lnTo>
                  <a:lnTo>
                    <a:pt x="0" y="1497"/>
                  </a:lnTo>
                  <a:lnTo>
                    <a:pt x="0" y="1997"/>
                  </a:lnTo>
                  <a:lnTo>
                    <a:pt x="77" y="1497"/>
                  </a:lnTo>
                  <a:lnTo>
                    <a:pt x="115" y="998"/>
                  </a:lnTo>
                  <a:lnTo>
                    <a:pt x="115" y="499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4224611" y="4143211"/>
              <a:ext cx="21161" cy="13035"/>
            </a:xfrm>
            <a:custGeom>
              <a:avLst/>
              <a:gdLst/>
              <a:ahLst/>
              <a:cxnLst/>
              <a:rect l="l" t="t" r="r" b="b"/>
              <a:pathLst>
                <a:path w="500" h="308" extrusionOk="0">
                  <a:moveTo>
                    <a:pt x="499" y="1"/>
                  </a:moveTo>
                  <a:lnTo>
                    <a:pt x="0" y="308"/>
                  </a:lnTo>
                  <a:lnTo>
                    <a:pt x="0" y="308"/>
                  </a:lnTo>
                  <a:lnTo>
                    <a:pt x="0" y="308"/>
                  </a:lnTo>
                  <a:lnTo>
                    <a:pt x="499" y="1"/>
                  </a:lnTo>
                  <a:lnTo>
                    <a:pt x="499" y="1"/>
                  </a:lnTo>
                  <a:lnTo>
                    <a:pt x="499" y="1"/>
                  </a:lnTo>
                  <a:close/>
                </a:path>
              </a:pathLst>
            </a:custGeom>
            <a:solidFill>
              <a:srgbClr val="C09D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4482966" y="3546916"/>
              <a:ext cx="24378" cy="467960"/>
            </a:xfrm>
            <a:custGeom>
              <a:avLst/>
              <a:gdLst/>
              <a:ahLst/>
              <a:cxnLst/>
              <a:rect l="l" t="t" r="r" b="b"/>
              <a:pathLst>
                <a:path w="576" h="11057" extrusionOk="0">
                  <a:moveTo>
                    <a:pt x="499" y="0"/>
                  </a:moveTo>
                  <a:lnTo>
                    <a:pt x="384" y="38"/>
                  </a:lnTo>
                  <a:lnTo>
                    <a:pt x="307" y="38"/>
                  </a:lnTo>
                  <a:lnTo>
                    <a:pt x="269" y="77"/>
                  </a:lnTo>
                  <a:lnTo>
                    <a:pt x="230" y="115"/>
                  </a:lnTo>
                  <a:lnTo>
                    <a:pt x="230" y="154"/>
                  </a:lnTo>
                  <a:lnTo>
                    <a:pt x="0" y="11057"/>
                  </a:lnTo>
                  <a:lnTo>
                    <a:pt x="38" y="10942"/>
                  </a:lnTo>
                  <a:lnTo>
                    <a:pt x="77" y="10865"/>
                  </a:lnTo>
                  <a:lnTo>
                    <a:pt x="115" y="10827"/>
                  </a:lnTo>
                  <a:lnTo>
                    <a:pt x="269" y="10827"/>
                  </a:lnTo>
                  <a:lnTo>
                    <a:pt x="307" y="10865"/>
                  </a:lnTo>
                  <a:lnTo>
                    <a:pt x="576" y="38"/>
                  </a:lnTo>
                  <a:lnTo>
                    <a:pt x="49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4186654" y="3699619"/>
              <a:ext cx="24420" cy="469653"/>
            </a:xfrm>
            <a:custGeom>
              <a:avLst/>
              <a:gdLst/>
              <a:ahLst/>
              <a:cxnLst/>
              <a:rect l="l" t="t" r="r" b="b"/>
              <a:pathLst>
                <a:path w="577" h="11097" extrusionOk="0">
                  <a:moveTo>
                    <a:pt x="193" y="1"/>
                  </a:moveTo>
                  <a:lnTo>
                    <a:pt x="1" y="10866"/>
                  </a:lnTo>
                  <a:lnTo>
                    <a:pt x="385" y="11096"/>
                  </a:lnTo>
                  <a:lnTo>
                    <a:pt x="577" y="231"/>
                  </a:lnTo>
                  <a:lnTo>
                    <a:pt x="19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2"/>
            <p:cNvSpPr/>
            <p:nvPr/>
          </p:nvSpPr>
          <p:spPr>
            <a:xfrm>
              <a:off x="4098918" y="3644387"/>
              <a:ext cx="27679" cy="471261"/>
            </a:xfrm>
            <a:custGeom>
              <a:avLst/>
              <a:gdLst/>
              <a:ahLst/>
              <a:cxnLst/>
              <a:rect l="l" t="t" r="r" b="b"/>
              <a:pathLst>
                <a:path w="654" h="11135" extrusionOk="0">
                  <a:moveTo>
                    <a:pt x="231" y="1"/>
                  </a:moveTo>
                  <a:lnTo>
                    <a:pt x="1" y="10904"/>
                  </a:lnTo>
                  <a:lnTo>
                    <a:pt x="385" y="11134"/>
                  </a:lnTo>
                  <a:lnTo>
                    <a:pt x="653" y="231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2"/>
            <p:cNvSpPr/>
            <p:nvPr/>
          </p:nvSpPr>
          <p:spPr>
            <a:xfrm>
              <a:off x="4105656" y="3477040"/>
              <a:ext cx="417596" cy="232393"/>
            </a:xfrm>
            <a:custGeom>
              <a:avLst/>
              <a:gdLst/>
              <a:ahLst/>
              <a:cxnLst/>
              <a:rect l="l" t="t" r="r" b="b"/>
              <a:pathLst>
                <a:path w="9867" h="5491" extrusionOk="0">
                  <a:moveTo>
                    <a:pt x="7295" y="0"/>
                  </a:moveTo>
                  <a:lnTo>
                    <a:pt x="7064" y="154"/>
                  </a:lnTo>
                  <a:lnTo>
                    <a:pt x="6987" y="269"/>
                  </a:lnTo>
                  <a:lnTo>
                    <a:pt x="6987" y="307"/>
                  </a:lnTo>
                  <a:lnTo>
                    <a:pt x="6949" y="307"/>
                  </a:lnTo>
                  <a:lnTo>
                    <a:pt x="6834" y="346"/>
                  </a:lnTo>
                  <a:lnTo>
                    <a:pt x="6680" y="346"/>
                  </a:lnTo>
                  <a:lnTo>
                    <a:pt x="0" y="3955"/>
                  </a:lnTo>
                  <a:lnTo>
                    <a:pt x="422" y="4185"/>
                  </a:lnTo>
                  <a:lnTo>
                    <a:pt x="7679" y="269"/>
                  </a:lnTo>
                  <a:lnTo>
                    <a:pt x="7947" y="384"/>
                  </a:lnTo>
                  <a:lnTo>
                    <a:pt x="8216" y="461"/>
                  </a:lnTo>
                  <a:lnTo>
                    <a:pt x="8408" y="538"/>
                  </a:lnTo>
                  <a:lnTo>
                    <a:pt x="8600" y="614"/>
                  </a:lnTo>
                  <a:lnTo>
                    <a:pt x="8907" y="768"/>
                  </a:lnTo>
                  <a:lnTo>
                    <a:pt x="9099" y="960"/>
                  </a:lnTo>
                  <a:lnTo>
                    <a:pt x="9214" y="1075"/>
                  </a:lnTo>
                  <a:lnTo>
                    <a:pt x="9291" y="1190"/>
                  </a:lnTo>
                  <a:lnTo>
                    <a:pt x="9291" y="1267"/>
                  </a:lnTo>
                  <a:lnTo>
                    <a:pt x="9291" y="1306"/>
                  </a:lnTo>
                  <a:lnTo>
                    <a:pt x="2035" y="5260"/>
                  </a:lnTo>
                  <a:lnTo>
                    <a:pt x="2419" y="5490"/>
                  </a:lnTo>
                  <a:lnTo>
                    <a:pt x="9022" y="1881"/>
                  </a:lnTo>
                  <a:lnTo>
                    <a:pt x="9137" y="1843"/>
                  </a:lnTo>
                  <a:lnTo>
                    <a:pt x="9368" y="1728"/>
                  </a:lnTo>
                  <a:lnTo>
                    <a:pt x="9521" y="1651"/>
                  </a:lnTo>
                  <a:lnTo>
                    <a:pt x="9636" y="1574"/>
                  </a:lnTo>
                  <a:lnTo>
                    <a:pt x="9752" y="1459"/>
                  </a:lnTo>
                  <a:lnTo>
                    <a:pt x="9867" y="1344"/>
                  </a:lnTo>
                  <a:lnTo>
                    <a:pt x="9713" y="1075"/>
                  </a:lnTo>
                  <a:lnTo>
                    <a:pt x="9560" y="845"/>
                  </a:lnTo>
                  <a:lnTo>
                    <a:pt x="9406" y="653"/>
                  </a:lnTo>
                  <a:lnTo>
                    <a:pt x="9176" y="499"/>
                  </a:lnTo>
                  <a:lnTo>
                    <a:pt x="8984" y="384"/>
                  </a:lnTo>
                  <a:lnTo>
                    <a:pt x="8753" y="269"/>
                  </a:lnTo>
                  <a:lnTo>
                    <a:pt x="8562" y="154"/>
                  </a:lnTo>
                  <a:lnTo>
                    <a:pt x="8370" y="115"/>
                  </a:lnTo>
                  <a:lnTo>
                    <a:pt x="8139" y="39"/>
                  </a:lnTo>
                  <a:lnTo>
                    <a:pt x="7947" y="0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42"/>
          <p:cNvSpPr/>
          <p:nvPr/>
        </p:nvSpPr>
        <p:spPr>
          <a:xfrm rot="3527251" flipH="1">
            <a:off x="-1246628" y="3969257"/>
            <a:ext cx="43775" cy="8791"/>
          </a:xfrm>
          <a:custGeom>
            <a:avLst/>
            <a:gdLst/>
            <a:ahLst/>
            <a:cxnLst/>
            <a:rect l="l" t="t" r="r" b="b"/>
            <a:pathLst>
              <a:path w="961" h="193" extrusionOk="0">
                <a:moveTo>
                  <a:pt x="39" y="1"/>
                </a:moveTo>
                <a:lnTo>
                  <a:pt x="39" y="1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960" y="193"/>
                </a:lnTo>
                <a:lnTo>
                  <a:pt x="39" y="1"/>
                </a:lnTo>
                <a:lnTo>
                  <a:pt x="39" y="1"/>
                </a:lnTo>
                <a:close/>
                <a:moveTo>
                  <a:pt x="1" y="1"/>
                </a:moveTo>
                <a:lnTo>
                  <a:pt x="1" y="1"/>
                </a:lnTo>
                <a:lnTo>
                  <a:pt x="39" y="1"/>
                </a:lnTo>
                <a:lnTo>
                  <a:pt x="39" y="1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B0B9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1" name="Google Shape;851;p42"/>
          <p:cNvGrpSpPr/>
          <p:nvPr/>
        </p:nvGrpSpPr>
        <p:grpSpPr>
          <a:xfrm flipH="1">
            <a:off x="7008486" y="3307410"/>
            <a:ext cx="1154969" cy="1268558"/>
            <a:chOff x="-1344168" y="3583313"/>
            <a:chExt cx="903661" cy="992535"/>
          </a:xfrm>
        </p:grpSpPr>
        <p:sp>
          <p:nvSpPr>
            <p:cNvPr id="852" name="Google Shape;852;p42"/>
            <p:cNvSpPr/>
            <p:nvPr/>
          </p:nvSpPr>
          <p:spPr>
            <a:xfrm rot="3527251" flipH="1">
              <a:off x="-713689" y="4243097"/>
              <a:ext cx="162666" cy="309601"/>
            </a:xfrm>
            <a:custGeom>
              <a:avLst/>
              <a:gdLst/>
              <a:ahLst/>
              <a:cxnLst/>
              <a:rect l="l" t="t" r="r" b="b"/>
              <a:pathLst>
                <a:path w="3571" h="6797" extrusionOk="0">
                  <a:moveTo>
                    <a:pt x="307" y="1"/>
                  </a:moveTo>
                  <a:lnTo>
                    <a:pt x="0" y="1421"/>
                  </a:lnTo>
                  <a:lnTo>
                    <a:pt x="2688" y="6796"/>
                  </a:lnTo>
                  <a:lnTo>
                    <a:pt x="3571" y="5568"/>
                  </a:lnTo>
                  <a:lnTo>
                    <a:pt x="2956" y="3495"/>
                  </a:lnTo>
                  <a:lnTo>
                    <a:pt x="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2"/>
            <p:cNvSpPr/>
            <p:nvPr/>
          </p:nvSpPr>
          <p:spPr>
            <a:xfrm rot="3527251" flipH="1">
              <a:off x="-666096" y="4279766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1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2"/>
            <p:cNvSpPr/>
            <p:nvPr/>
          </p:nvSpPr>
          <p:spPr>
            <a:xfrm rot="3527251" flipH="1">
              <a:off x="-675498" y="4288699"/>
              <a:ext cx="115474" cy="239591"/>
            </a:xfrm>
            <a:custGeom>
              <a:avLst/>
              <a:gdLst/>
              <a:ahLst/>
              <a:cxnLst/>
              <a:rect l="l" t="t" r="r" b="b"/>
              <a:pathLst>
                <a:path w="2535" h="5260" extrusionOk="0">
                  <a:moveTo>
                    <a:pt x="39" y="0"/>
                  </a:moveTo>
                  <a:lnTo>
                    <a:pt x="1" y="39"/>
                  </a:lnTo>
                  <a:lnTo>
                    <a:pt x="2496" y="5260"/>
                  </a:lnTo>
                  <a:lnTo>
                    <a:pt x="2535" y="5221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2"/>
            <p:cNvSpPr/>
            <p:nvPr/>
          </p:nvSpPr>
          <p:spPr>
            <a:xfrm rot="3527251" flipH="1">
              <a:off x="-685821" y="4297843"/>
              <a:ext cx="115474" cy="237861"/>
            </a:xfrm>
            <a:custGeom>
              <a:avLst/>
              <a:gdLst/>
              <a:ahLst/>
              <a:cxnLst/>
              <a:rect l="l" t="t" r="r" b="b"/>
              <a:pathLst>
                <a:path w="2535" h="5222" extrusionOk="0">
                  <a:moveTo>
                    <a:pt x="0" y="0"/>
                  </a:moveTo>
                  <a:lnTo>
                    <a:pt x="2496" y="5222"/>
                  </a:lnTo>
                  <a:lnTo>
                    <a:pt x="2534" y="5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2"/>
            <p:cNvSpPr/>
            <p:nvPr/>
          </p:nvSpPr>
          <p:spPr>
            <a:xfrm rot="3527251" flipH="1">
              <a:off x="-700513" y="4290674"/>
              <a:ext cx="132966" cy="279857"/>
            </a:xfrm>
            <a:custGeom>
              <a:avLst/>
              <a:gdLst/>
              <a:ahLst/>
              <a:cxnLst/>
              <a:rect l="l" t="t" r="r" b="b"/>
              <a:pathLst>
                <a:path w="2919" h="6144" extrusionOk="0">
                  <a:moveTo>
                    <a:pt x="77" y="0"/>
                  </a:moveTo>
                  <a:lnTo>
                    <a:pt x="0" y="461"/>
                  </a:lnTo>
                  <a:lnTo>
                    <a:pt x="2688" y="6143"/>
                  </a:lnTo>
                  <a:lnTo>
                    <a:pt x="2803" y="6105"/>
                  </a:lnTo>
                  <a:lnTo>
                    <a:pt x="2841" y="6066"/>
                  </a:lnTo>
                  <a:lnTo>
                    <a:pt x="2880" y="5989"/>
                  </a:lnTo>
                  <a:lnTo>
                    <a:pt x="2918" y="5874"/>
                  </a:lnTo>
                  <a:lnTo>
                    <a:pt x="2880" y="5836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2"/>
            <p:cNvSpPr/>
            <p:nvPr/>
          </p:nvSpPr>
          <p:spPr>
            <a:xfrm rot="3527251" flipH="1">
              <a:off x="-1310171" y="3876718"/>
              <a:ext cx="914682" cy="405724"/>
            </a:xfrm>
            <a:custGeom>
              <a:avLst/>
              <a:gdLst/>
              <a:ahLst/>
              <a:cxnLst/>
              <a:rect l="l" t="t" r="r" b="b"/>
              <a:pathLst>
                <a:path w="20080" h="8793" extrusionOk="0">
                  <a:moveTo>
                    <a:pt x="1" y="0"/>
                  </a:moveTo>
                  <a:lnTo>
                    <a:pt x="2611" y="5299"/>
                  </a:lnTo>
                  <a:lnTo>
                    <a:pt x="20079" y="8792"/>
                  </a:lnTo>
                  <a:lnTo>
                    <a:pt x="20079" y="8792"/>
                  </a:lnTo>
                  <a:lnTo>
                    <a:pt x="15972" y="32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/>
            <p:cNvSpPr/>
            <p:nvPr/>
          </p:nvSpPr>
          <p:spPr>
            <a:xfrm rot="3527251" flipH="1">
              <a:off x="-1089253" y="3851343"/>
              <a:ext cx="283378" cy="201147"/>
            </a:xfrm>
            <a:custGeom>
              <a:avLst/>
              <a:gdLst/>
              <a:ahLst/>
              <a:cxnLst/>
              <a:rect l="l" t="t" r="r" b="b"/>
              <a:pathLst>
                <a:path w="6221" h="4416" extrusionOk="0">
                  <a:moveTo>
                    <a:pt x="1" y="1"/>
                  </a:moveTo>
                  <a:lnTo>
                    <a:pt x="1920" y="3341"/>
                  </a:lnTo>
                  <a:lnTo>
                    <a:pt x="1997" y="3456"/>
                  </a:lnTo>
                  <a:lnTo>
                    <a:pt x="2112" y="3533"/>
                  </a:lnTo>
                  <a:lnTo>
                    <a:pt x="2227" y="3610"/>
                  </a:lnTo>
                  <a:lnTo>
                    <a:pt x="2381" y="3648"/>
                  </a:lnTo>
                  <a:lnTo>
                    <a:pt x="6067" y="4416"/>
                  </a:lnTo>
                  <a:lnTo>
                    <a:pt x="6105" y="4416"/>
                  </a:lnTo>
                  <a:lnTo>
                    <a:pt x="6182" y="4377"/>
                  </a:lnTo>
                  <a:lnTo>
                    <a:pt x="6220" y="4339"/>
                  </a:lnTo>
                  <a:lnTo>
                    <a:pt x="6220" y="4262"/>
                  </a:lnTo>
                  <a:lnTo>
                    <a:pt x="6220" y="4185"/>
                  </a:lnTo>
                  <a:lnTo>
                    <a:pt x="3878" y="7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>
                <a:alpha val="231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2"/>
            <p:cNvSpPr/>
            <p:nvPr/>
          </p:nvSpPr>
          <p:spPr>
            <a:xfrm rot="3527251" flipH="1">
              <a:off x="-778682" y="4364252"/>
              <a:ext cx="52521" cy="96247"/>
            </a:xfrm>
            <a:custGeom>
              <a:avLst/>
              <a:gdLst/>
              <a:ahLst/>
              <a:cxnLst/>
              <a:rect l="l" t="t" r="r" b="b"/>
              <a:pathLst>
                <a:path w="1153" h="2113" extrusionOk="0">
                  <a:moveTo>
                    <a:pt x="538" y="1"/>
                  </a:moveTo>
                  <a:lnTo>
                    <a:pt x="308" y="154"/>
                  </a:lnTo>
                  <a:lnTo>
                    <a:pt x="385" y="308"/>
                  </a:lnTo>
                  <a:lnTo>
                    <a:pt x="423" y="423"/>
                  </a:lnTo>
                  <a:lnTo>
                    <a:pt x="423" y="730"/>
                  </a:lnTo>
                  <a:lnTo>
                    <a:pt x="385" y="999"/>
                  </a:lnTo>
                  <a:lnTo>
                    <a:pt x="308" y="1267"/>
                  </a:lnTo>
                  <a:lnTo>
                    <a:pt x="116" y="1690"/>
                  </a:lnTo>
                  <a:lnTo>
                    <a:pt x="1" y="1843"/>
                  </a:lnTo>
                  <a:lnTo>
                    <a:pt x="116" y="2112"/>
                  </a:lnTo>
                  <a:lnTo>
                    <a:pt x="1152" y="1383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2"/>
            <p:cNvSpPr/>
            <p:nvPr/>
          </p:nvSpPr>
          <p:spPr>
            <a:xfrm rot="3527251" flipH="1">
              <a:off x="-1430910" y="3993883"/>
              <a:ext cx="818522" cy="255352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2"/>
            <p:cNvSpPr/>
            <p:nvPr/>
          </p:nvSpPr>
          <p:spPr>
            <a:xfrm rot="3527251" flipH="1">
              <a:off x="-1182399" y="3925279"/>
              <a:ext cx="118936" cy="24506"/>
            </a:xfrm>
            <a:custGeom>
              <a:avLst/>
              <a:gdLst/>
              <a:ahLst/>
              <a:cxnLst/>
              <a:rect l="l" t="t" r="r" b="b"/>
              <a:pathLst>
                <a:path w="2611" h="538" extrusionOk="0"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2611" y="538"/>
                  </a:move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2611" y="53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2611" y="538"/>
                  </a:lnTo>
                  <a:lnTo>
                    <a:pt x="2611" y="53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C4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2"/>
            <p:cNvSpPr/>
            <p:nvPr/>
          </p:nvSpPr>
          <p:spPr>
            <a:xfrm rot="3527251" flipH="1">
              <a:off x="-639704" y="4256388"/>
              <a:ext cx="122489" cy="248382"/>
            </a:xfrm>
            <a:custGeom>
              <a:avLst/>
              <a:gdLst/>
              <a:ahLst/>
              <a:cxnLst/>
              <a:rect l="l" t="t" r="r" b="b"/>
              <a:pathLst>
                <a:path w="2689" h="5453" extrusionOk="0">
                  <a:moveTo>
                    <a:pt x="78" y="0"/>
                  </a:moveTo>
                  <a:lnTo>
                    <a:pt x="1" y="423"/>
                  </a:lnTo>
                  <a:lnTo>
                    <a:pt x="2458" y="5452"/>
                  </a:lnTo>
                  <a:lnTo>
                    <a:pt x="2688" y="5299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/>
            <p:nvPr/>
          </p:nvSpPr>
          <p:spPr>
            <a:xfrm rot="3527251" flipH="1">
              <a:off x="-784000" y="4426495"/>
              <a:ext cx="17537" cy="28059"/>
            </a:xfrm>
            <a:custGeom>
              <a:avLst/>
              <a:gdLst/>
              <a:ahLst/>
              <a:cxnLst/>
              <a:rect l="l" t="t" r="r" b="b"/>
              <a:pathLst>
                <a:path w="385" h="616" extrusionOk="0">
                  <a:moveTo>
                    <a:pt x="39" y="577"/>
                  </a:moveTo>
                  <a:lnTo>
                    <a:pt x="39" y="5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9" y="577"/>
                  </a:move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39" y="577"/>
                  </a:lnTo>
                  <a:close/>
                  <a:moveTo>
                    <a:pt x="385" y="1"/>
                  </a:moveTo>
                  <a:lnTo>
                    <a:pt x="385" y="1"/>
                  </a:lnTo>
                  <a:lnTo>
                    <a:pt x="231" y="270"/>
                  </a:lnTo>
                  <a:lnTo>
                    <a:pt x="39" y="577"/>
                  </a:lnTo>
                  <a:lnTo>
                    <a:pt x="39" y="577"/>
                  </a:lnTo>
                  <a:lnTo>
                    <a:pt x="231" y="270"/>
                  </a:lnTo>
                  <a:lnTo>
                    <a:pt x="385" y="1"/>
                  </a:lnTo>
                  <a:lnTo>
                    <a:pt x="385" y="1"/>
                  </a:lnTo>
                  <a:lnTo>
                    <a:pt x="385" y="1"/>
                  </a:lnTo>
                  <a:close/>
                </a:path>
              </a:pathLst>
            </a:custGeom>
            <a:solidFill>
              <a:srgbClr val="45000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2"/>
            <p:cNvSpPr/>
            <p:nvPr/>
          </p:nvSpPr>
          <p:spPr>
            <a:xfrm rot="3527251" flipH="1">
              <a:off x="-1456094" y="4047886"/>
              <a:ext cx="813283" cy="187164"/>
            </a:xfrm>
            <a:custGeom>
              <a:avLst/>
              <a:gdLst/>
              <a:ahLst/>
              <a:cxnLst/>
              <a:rect l="l" t="t" r="r" b="b"/>
              <a:pathLst>
                <a:path w="17854" h="4109" extrusionOk="0">
                  <a:moveTo>
                    <a:pt x="385" y="1"/>
                  </a:moveTo>
                  <a:lnTo>
                    <a:pt x="231" y="270"/>
                  </a:lnTo>
                  <a:lnTo>
                    <a:pt x="39" y="577"/>
                  </a:lnTo>
                  <a:lnTo>
                    <a:pt x="1" y="615"/>
                  </a:lnTo>
                  <a:lnTo>
                    <a:pt x="10713" y="2764"/>
                  </a:lnTo>
                  <a:lnTo>
                    <a:pt x="10827" y="2611"/>
                  </a:lnTo>
                  <a:lnTo>
                    <a:pt x="10943" y="2381"/>
                  </a:lnTo>
                  <a:lnTo>
                    <a:pt x="11019" y="2112"/>
                  </a:lnTo>
                  <a:lnTo>
                    <a:pt x="385" y="1"/>
                  </a:lnTo>
                  <a:close/>
                  <a:moveTo>
                    <a:pt x="10713" y="2764"/>
                  </a:moveTo>
                  <a:lnTo>
                    <a:pt x="10712" y="2765"/>
                  </a:lnTo>
                  <a:lnTo>
                    <a:pt x="13592" y="3341"/>
                  </a:lnTo>
                  <a:lnTo>
                    <a:pt x="10713" y="2764"/>
                  </a:lnTo>
                  <a:close/>
                  <a:moveTo>
                    <a:pt x="14859" y="2880"/>
                  </a:moveTo>
                  <a:lnTo>
                    <a:pt x="14743" y="3187"/>
                  </a:lnTo>
                  <a:lnTo>
                    <a:pt x="14551" y="3533"/>
                  </a:lnTo>
                  <a:lnTo>
                    <a:pt x="17469" y="4109"/>
                  </a:lnTo>
                  <a:lnTo>
                    <a:pt x="17623" y="3955"/>
                  </a:lnTo>
                  <a:lnTo>
                    <a:pt x="17738" y="3763"/>
                  </a:lnTo>
                  <a:lnTo>
                    <a:pt x="17853" y="3494"/>
                  </a:lnTo>
                  <a:lnTo>
                    <a:pt x="14859" y="28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2"/>
            <p:cNvSpPr/>
            <p:nvPr/>
          </p:nvSpPr>
          <p:spPr>
            <a:xfrm rot="3527251" flipH="1">
              <a:off x="-1264914" y="3976900"/>
              <a:ext cx="188904" cy="64726"/>
            </a:xfrm>
            <a:custGeom>
              <a:avLst/>
              <a:gdLst/>
              <a:ahLst/>
              <a:cxnLst/>
              <a:rect l="l" t="t" r="r" b="b"/>
              <a:pathLst>
                <a:path w="4147" h="1421" extrusionOk="0">
                  <a:moveTo>
                    <a:pt x="307" y="0"/>
                  </a:moveTo>
                  <a:lnTo>
                    <a:pt x="231" y="269"/>
                  </a:lnTo>
                  <a:lnTo>
                    <a:pt x="115" y="499"/>
                  </a:lnTo>
                  <a:lnTo>
                    <a:pt x="0" y="653"/>
                  </a:lnTo>
                  <a:lnTo>
                    <a:pt x="2880" y="1229"/>
                  </a:lnTo>
                  <a:lnTo>
                    <a:pt x="2918" y="1229"/>
                  </a:lnTo>
                  <a:lnTo>
                    <a:pt x="3839" y="1421"/>
                  </a:lnTo>
                  <a:lnTo>
                    <a:pt x="4031" y="1075"/>
                  </a:lnTo>
                  <a:lnTo>
                    <a:pt x="4147" y="768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2"/>
            <p:cNvSpPr/>
            <p:nvPr/>
          </p:nvSpPr>
          <p:spPr>
            <a:xfrm rot="3527258" flipH="1">
              <a:off x="-1432143" y="3993889"/>
              <a:ext cx="818504" cy="255358"/>
            </a:xfrm>
            <a:custGeom>
              <a:avLst/>
              <a:gdLst/>
              <a:ahLst/>
              <a:cxnLst/>
              <a:rect l="l" t="t" r="r" b="b"/>
              <a:pathLst>
                <a:path w="17969" h="5606" extrusionOk="0">
                  <a:moveTo>
                    <a:pt x="423" y="1"/>
                  </a:moveTo>
                  <a:lnTo>
                    <a:pt x="500" y="154"/>
                  </a:lnTo>
                  <a:lnTo>
                    <a:pt x="538" y="384"/>
                  </a:lnTo>
                  <a:lnTo>
                    <a:pt x="538" y="653"/>
                  </a:lnTo>
                  <a:lnTo>
                    <a:pt x="538" y="960"/>
                  </a:lnTo>
                  <a:lnTo>
                    <a:pt x="423" y="1306"/>
                  </a:lnTo>
                  <a:lnTo>
                    <a:pt x="270" y="1690"/>
                  </a:lnTo>
                  <a:lnTo>
                    <a:pt x="1" y="2112"/>
                  </a:lnTo>
                  <a:lnTo>
                    <a:pt x="17469" y="5606"/>
                  </a:lnTo>
                  <a:lnTo>
                    <a:pt x="17584" y="5491"/>
                  </a:lnTo>
                  <a:lnTo>
                    <a:pt x="17700" y="5337"/>
                  </a:lnTo>
                  <a:lnTo>
                    <a:pt x="17815" y="5107"/>
                  </a:lnTo>
                  <a:lnTo>
                    <a:pt x="17930" y="4799"/>
                  </a:lnTo>
                  <a:lnTo>
                    <a:pt x="17968" y="4454"/>
                  </a:lnTo>
                  <a:lnTo>
                    <a:pt x="17968" y="3993"/>
                  </a:lnTo>
                  <a:lnTo>
                    <a:pt x="17891" y="3494"/>
                  </a:lnTo>
                  <a:lnTo>
                    <a:pt x="423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7" name="Google Shape;867;p42"/>
          <p:cNvGrpSpPr/>
          <p:nvPr/>
        </p:nvGrpSpPr>
        <p:grpSpPr>
          <a:xfrm rot="3694443">
            <a:off x="1054139" y="3426393"/>
            <a:ext cx="1414059" cy="1228180"/>
            <a:chOff x="6748344" y="5221922"/>
            <a:chExt cx="1154983" cy="1003159"/>
          </a:xfrm>
        </p:grpSpPr>
        <p:sp>
          <p:nvSpPr>
            <p:cNvPr id="868" name="Google Shape;868;p42"/>
            <p:cNvSpPr/>
            <p:nvPr/>
          </p:nvSpPr>
          <p:spPr>
            <a:xfrm rot="-5770275" flipH="1">
              <a:off x="7295959" y="5256316"/>
              <a:ext cx="290207" cy="299531"/>
            </a:xfrm>
            <a:custGeom>
              <a:avLst/>
              <a:gdLst/>
              <a:ahLst/>
              <a:cxnLst/>
              <a:rect l="l" t="t" r="r" b="b"/>
              <a:pathLst>
                <a:path w="4762" h="4915" extrusionOk="0">
                  <a:moveTo>
                    <a:pt x="4761" y="0"/>
                  </a:moveTo>
                  <a:lnTo>
                    <a:pt x="4301" y="269"/>
                  </a:lnTo>
                  <a:lnTo>
                    <a:pt x="3763" y="653"/>
                  </a:lnTo>
                  <a:lnTo>
                    <a:pt x="3110" y="1152"/>
                  </a:lnTo>
                  <a:lnTo>
                    <a:pt x="2381" y="1766"/>
                  </a:lnTo>
                  <a:lnTo>
                    <a:pt x="1575" y="2534"/>
                  </a:lnTo>
                  <a:lnTo>
                    <a:pt x="1152" y="2957"/>
                  </a:lnTo>
                  <a:lnTo>
                    <a:pt x="769" y="3417"/>
                  </a:lnTo>
                  <a:lnTo>
                    <a:pt x="385" y="3878"/>
                  </a:lnTo>
                  <a:lnTo>
                    <a:pt x="1" y="4415"/>
                  </a:lnTo>
                  <a:lnTo>
                    <a:pt x="1152" y="4915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2"/>
            <p:cNvSpPr/>
            <p:nvPr/>
          </p:nvSpPr>
          <p:spPr>
            <a:xfrm rot="-5770275" flipH="1">
              <a:off x="7319635" y="5237749"/>
              <a:ext cx="397831" cy="442257"/>
            </a:xfrm>
            <a:custGeom>
              <a:avLst/>
              <a:gdLst/>
              <a:ahLst/>
              <a:cxnLst/>
              <a:rect l="l" t="t" r="r" b="b"/>
              <a:pathLst>
                <a:path w="6528" h="7257" extrusionOk="0">
                  <a:moveTo>
                    <a:pt x="4646" y="0"/>
                  </a:moveTo>
                  <a:lnTo>
                    <a:pt x="4070" y="538"/>
                  </a:lnTo>
                  <a:lnTo>
                    <a:pt x="2727" y="1958"/>
                  </a:lnTo>
                  <a:lnTo>
                    <a:pt x="1959" y="2803"/>
                  </a:lnTo>
                  <a:lnTo>
                    <a:pt x="1191" y="3724"/>
                  </a:lnTo>
                  <a:lnTo>
                    <a:pt x="500" y="4607"/>
                  </a:lnTo>
                  <a:lnTo>
                    <a:pt x="231" y="5030"/>
                  </a:lnTo>
                  <a:lnTo>
                    <a:pt x="1" y="5414"/>
                  </a:lnTo>
                  <a:lnTo>
                    <a:pt x="5568" y="7256"/>
                  </a:lnTo>
                  <a:lnTo>
                    <a:pt x="6527" y="807"/>
                  </a:lnTo>
                  <a:lnTo>
                    <a:pt x="4953" y="116"/>
                  </a:lnTo>
                  <a:lnTo>
                    <a:pt x="464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2"/>
            <p:cNvSpPr/>
            <p:nvPr/>
          </p:nvSpPr>
          <p:spPr>
            <a:xfrm rot="-5770275" flipH="1">
              <a:off x="7232627" y="5572860"/>
              <a:ext cx="100677" cy="93668"/>
            </a:xfrm>
            <a:custGeom>
              <a:avLst/>
              <a:gdLst/>
              <a:ahLst/>
              <a:cxnLst/>
              <a:rect l="l" t="t" r="r" b="b"/>
              <a:pathLst>
                <a:path w="1652" h="1537" extrusionOk="0">
                  <a:moveTo>
                    <a:pt x="538" y="1"/>
                  </a:moveTo>
                  <a:lnTo>
                    <a:pt x="576" y="77"/>
                  </a:lnTo>
                  <a:lnTo>
                    <a:pt x="615" y="231"/>
                  </a:lnTo>
                  <a:lnTo>
                    <a:pt x="653" y="461"/>
                  </a:lnTo>
                  <a:lnTo>
                    <a:pt x="615" y="615"/>
                  </a:lnTo>
                  <a:lnTo>
                    <a:pt x="576" y="768"/>
                  </a:lnTo>
                  <a:lnTo>
                    <a:pt x="499" y="884"/>
                  </a:lnTo>
                  <a:lnTo>
                    <a:pt x="423" y="999"/>
                  </a:lnTo>
                  <a:lnTo>
                    <a:pt x="231" y="1152"/>
                  </a:lnTo>
                  <a:lnTo>
                    <a:pt x="77" y="1229"/>
                  </a:lnTo>
                  <a:lnTo>
                    <a:pt x="0" y="1267"/>
                  </a:lnTo>
                  <a:lnTo>
                    <a:pt x="307" y="1383"/>
                  </a:lnTo>
                  <a:lnTo>
                    <a:pt x="499" y="1459"/>
                  </a:lnTo>
                  <a:lnTo>
                    <a:pt x="883" y="1536"/>
                  </a:lnTo>
                  <a:lnTo>
                    <a:pt x="1344" y="1536"/>
                  </a:lnTo>
                  <a:lnTo>
                    <a:pt x="1498" y="1459"/>
                  </a:lnTo>
                  <a:lnTo>
                    <a:pt x="1574" y="1383"/>
                  </a:lnTo>
                  <a:lnTo>
                    <a:pt x="1651" y="1306"/>
                  </a:lnTo>
                  <a:lnTo>
                    <a:pt x="1651" y="1229"/>
                  </a:lnTo>
                  <a:lnTo>
                    <a:pt x="1651" y="1114"/>
                  </a:lnTo>
                  <a:lnTo>
                    <a:pt x="1613" y="922"/>
                  </a:lnTo>
                  <a:lnTo>
                    <a:pt x="1498" y="730"/>
                  </a:lnTo>
                  <a:lnTo>
                    <a:pt x="1344" y="538"/>
                  </a:lnTo>
                  <a:lnTo>
                    <a:pt x="998" y="269"/>
                  </a:lnTo>
                  <a:lnTo>
                    <a:pt x="845" y="116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2"/>
            <p:cNvSpPr/>
            <p:nvPr/>
          </p:nvSpPr>
          <p:spPr>
            <a:xfrm rot="-5770275" flipH="1">
              <a:off x="6994179" y="5458703"/>
              <a:ext cx="93668" cy="395454"/>
            </a:xfrm>
            <a:custGeom>
              <a:avLst/>
              <a:gdLst/>
              <a:ahLst/>
              <a:cxnLst/>
              <a:rect l="l" t="t" r="r" b="b"/>
              <a:pathLst>
                <a:path w="1537" h="6489" extrusionOk="0">
                  <a:moveTo>
                    <a:pt x="346" y="0"/>
                  </a:moveTo>
                  <a:lnTo>
                    <a:pt x="231" y="615"/>
                  </a:lnTo>
                  <a:lnTo>
                    <a:pt x="154" y="1229"/>
                  </a:lnTo>
                  <a:lnTo>
                    <a:pt x="77" y="1843"/>
                  </a:lnTo>
                  <a:lnTo>
                    <a:pt x="39" y="2419"/>
                  </a:lnTo>
                  <a:lnTo>
                    <a:pt x="1" y="3532"/>
                  </a:lnTo>
                  <a:lnTo>
                    <a:pt x="77" y="4492"/>
                  </a:lnTo>
                  <a:lnTo>
                    <a:pt x="154" y="5298"/>
                  </a:lnTo>
                  <a:lnTo>
                    <a:pt x="231" y="5951"/>
                  </a:lnTo>
                  <a:lnTo>
                    <a:pt x="308" y="6489"/>
                  </a:lnTo>
                  <a:lnTo>
                    <a:pt x="1536" y="499"/>
                  </a:lnTo>
                  <a:lnTo>
                    <a:pt x="34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2"/>
            <p:cNvSpPr/>
            <p:nvPr/>
          </p:nvSpPr>
          <p:spPr>
            <a:xfrm rot="-5770275" flipH="1">
              <a:off x="6880906" y="5568307"/>
              <a:ext cx="365044" cy="481992"/>
            </a:xfrm>
            <a:custGeom>
              <a:avLst/>
              <a:gdLst/>
              <a:ahLst/>
              <a:cxnLst/>
              <a:rect l="l" t="t" r="r" b="b"/>
              <a:pathLst>
                <a:path w="5990" h="7909" extrusionOk="0">
                  <a:moveTo>
                    <a:pt x="884" y="0"/>
                  </a:moveTo>
                  <a:lnTo>
                    <a:pt x="730" y="422"/>
                  </a:lnTo>
                  <a:lnTo>
                    <a:pt x="615" y="921"/>
                  </a:lnTo>
                  <a:lnTo>
                    <a:pt x="423" y="2035"/>
                  </a:lnTo>
                  <a:lnTo>
                    <a:pt x="270" y="3187"/>
                  </a:lnTo>
                  <a:lnTo>
                    <a:pt x="154" y="4377"/>
                  </a:lnTo>
                  <a:lnTo>
                    <a:pt x="39" y="6296"/>
                  </a:lnTo>
                  <a:lnTo>
                    <a:pt x="1" y="7103"/>
                  </a:lnTo>
                  <a:lnTo>
                    <a:pt x="308" y="7218"/>
                  </a:lnTo>
                  <a:lnTo>
                    <a:pt x="1882" y="7909"/>
                  </a:lnTo>
                  <a:lnTo>
                    <a:pt x="5990" y="2879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2"/>
            <p:cNvSpPr/>
            <p:nvPr/>
          </p:nvSpPr>
          <p:spPr>
            <a:xfrm rot="-5770275" flipH="1">
              <a:off x="7140477" y="5703361"/>
              <a:ext cx="559266" cy="301908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2"/>
            <p:cNvSpPr/>
            <p:nvPr/>
          </p:nvSpPr>
          <p:spPr>
            <a:xfrm rot="-5770275" flipH="1">
              <a:off x="6860902" y="5555244"/>
              <a:ext cx="549881" cy="716010"/>
            </a:xfrm>
            <a:custGeom>
              <a:avLst/>
              <a:gdLst/>
              <a:ahLst/>
              <a:cxnLst/>
              <a:rect l="l" t="t" r="r" b="b"/>
              <a:pathLst>
                <a:path w="9023" h="11749" extrusionOk="0">
                  <a:moveTo>
                    <a:pt x="1498" y="1"/>
                  </a:moveTo>
                  <a:lnTo>
                    <a:pt x="1" y="8140"/>
                  </a:lnTo>
                  <a:lnTo>
                    <a:pt x="8217" y="11749"/>
                  </a:lnTo>
                  <a:lnTo>
                    <a:pt x="9023" y="5030"/>
                  </a:lnTo>
                  <a:lnTo>
                    <a:pt x="149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2"/>
            <p:cNvSpPr/>
            <p:nvPr/>
          </p:nvSpPr>
          <p:spPr>
            <a:xfrm rot="-5770275" flipH="1">
              <a:off x="7189939" y="5384074"/>
              <a:ext cx="807240" cy="535865"/>
            </a:xfrm>
            <a:custGeom>
              <a:avLst/>
              <a:gdLst/>
              <a:ahLst/>
              <a:cxnLst/>
              <a:rect l="l" t="t" r="r" b="b"/>
              <a:pathLst>
                <a:path w="13246" h="8793" extrusionOk="0">
                  <a:moveTo>
                    <a:pt x="5029" y="1"/>
                  </a:moveTo>
                  <a:lnTo>
                    <a:pt x="0" y="6604"/>
                  </a:lnTo>
                  <a:lnTo>
                    <a:pt x="8830" y="8792"/>
                  </a:lnTo>
                  <a:lnTo>
                    <a:pt x="13245" y="3609"/>
                  </a:lnTo>
                  <a:lnTo>
                    <a:pt x="502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2"/>
            <p:cNvSpPr/>
            <p:nvPr/>
          </p:nvSpPr>
          <p:spPr>
            <a:xfrm rot="-5770275" flipH="1">
              <a:off x="6945827" y="5439799"/>
              <a:ext cx="110062" cy="496069"/>
            </a:xfrm>
            <a:custGeom>
              <a:avLst/>
              <a:gdLst/>
              <a:ahLst/>
              <a:cxnLst/>
              <a:rect l="l" t="t" r="r" b="b"/>
              <a:pathLst>
                <a:path w="1806" h="8140" extrusionOk="0">
                  <a:moveTo>
                    <a:pt x="1805" y="1"/>
                  </a:moveTo>
                  <a:lnTo>
                    <a:pt x="1498" y="116"/>
                  </a:lnTo>
                  <a:lnTo>
                    <a:pt x="1" y="8025"/>
                  </a:lnTo>
                  <a:lnTo>
                    <a:pt x="308" y="8140"/>
                  </a:lnTo>
                  <a:lnTo>
                    <a:pt x="18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2"/>
            <p:cNvSpPr/>
            <p:nvPr/>
          </p:nvSpPr>
          <p:spPr>
            <a:xfrm rot="-5770275" flipH="1">
              <a:off x="7339663" y="5202404"/>
              <a:ext cx="313609" cy="409471"/>
            </a:xfrm>
            <a:custGeom>
              <a:avLst/>
              <a:gdLst/>
              <a:ahLst/>
              <a:cxnLst/>
              <a:rect l="l" t="t" r="r" b="b"/>
              <a:pathLst>
                <a:path w="5146" h="6719" extrusionOk="0">
                  <a:moveTo>
                    <a:pt x="4838" y="0"/>
                  </a:moveTo>
                  <a:lnTo>
                    <a:pt x="1" y="6450"/>
                  </a:lnTo>
                  <a:lnTo>
                    <a:pt x="116" y="6719"/>
                  </a:lnTo>
                  <a:lnTo>
                    <a:pt x="5145" y="116"/>
                  </a:lnTo>
                  <a:lnTo>
                    <a:pt x="48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2"/>
            <p:cNvSpPr/>
            <p:nvPr/>
          </p:nvSpPr>
          <p:spPr>
            <a:xfrm rot="-5770275" flipH="1">
              <a:off x="6989457" y="5613549"/>
              <a:ext cx="177829" cy="407155"/>
            </a:xfrm>
            <a:custGeom>
              <a:avLst/>
              <a:gdLst/>
              <a:ahLst/>
              <a:cxnLst/>
              <a:rect l="l" t="t" r="r" b="b"/>
              <a:pathLst>
                <a:path w="2918" h="6681" extrusionOk="0">
                  <a:moveTo>
                    <a:pt x="1075" y="1"/>
                  </a:moveTo>
                  <a:lnTo>
                    <a:pt x="0" y="5798"/>
                  </a:lnTo>
                  <a:lnTo>
                    <a:pt x="2035" y="6681"/>
                  </a:lnTo>
                  <a:lnTo>
                    <a:pt x="2918" y="1191"/>
                  </a:lnTo>
                  <a:lnTo>
                    <a:pt x="1075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2"/>
            <p:cNvSpPr/>
            <p:nvPr/>
          </p:nvSpPr>
          <p:spPr>
            <a:xfrm rot="-5770336" flipH="1">
              <a:off x="7142557" y="5704641"/>
              <a:ext cx="559276" cy="301913"/>
            </a:xfrm>
            <a:custGeom>
              <a:avLst/>
              <a:gdLst/>
              <a:ahLst/>
              <a:cxnLst/>
              <a:rect l="l" t="t" r="r" b="b"/>
              <a:pathLst>
                <a:path w="9177" h="4954" extrusionOk="0">
                  <a:moveTo>
                    <a:pt x="538" y="1"/>
                  </a:moveTo>
                  <a:lnTo>
                    <a:pt x="538" y="39"/>
                  </a:lnTo>
                  <a:lnTo>
                    <a:pt x="653" y="77"/>
                  </a:lnTo>
                  <a:lnTo>
                    <a:pt x="730" y="193"/>
                  </a:lnTo>
                  <a:lnTo>
                    <a:pt x="883" y="385"/>
                  </a:lnTo>
                  <a:lnTo>
                    <a:pt x="883" y="653"/>
                  </a:lnTo>
                  <a:lnTo>
                    <a:pt x="883" y="769"/>
                  </a:lnTo>
                  <a:lnTo>
                    <a:pt x="845" y="884"/>
                  </a:lnTo>
                  <a:lnTo>
                    <a:pt x="845" y="922"/>
                  </a:lnTo>
                  <a:lnTo>
                    <a:pt x="768" y="999"/>
                  </a:lnTo>
                  <a:lnTo>
                    <a:pt x="691" y="1114"/>
                  </a:lnTo>
                  <a:lnTo>
                    <a:pt x="500" y="1268"/>
                  </a:lnTo>
                  <a:lnTo>
                    <a:pt x="269" y="1306"/>
                  </a:lnTo>
                  <a:lnTo>
                    <a:pt x="116" y="1306"/>
                  </a:lnTo>
                  <a:lnTo>
                    <a:pt x="0" y="1268"/>
                  </a:lnTo>
                  <a:lnTo>
                    <a:pt x="0" y="1268"/>
                  </a:lnTo>
                  <a:lnTo>
                    <a:pt x="8216" y="4876"/>
                  </a:lnTo>
                  <a:lnTo>
                    <a:pt x="8331" y="4915"/>
                  </a:lnTo>
                  <a:lnTo>
                    <a:pt x="8485" y="4953"/>
                  </a:lnTo>
                  <a:lnTo>
                    <a:pt x="8600" y="4953"/>
                  </a:lnTo>
                  <a:lnTo>
                    <a:pt x="8715" y="4915"/>
                  </a:lnTo>
                  <a:lnTo>
                    <a:pt x="8869" y="4838"/>
                  </a:lnTo>
                  <a:lnTo>
                    <a:pt x="8946" y="4761"/>
                  </a:lnTo>
                  <a:lnTo>
                    <a:pt x="9061" y="4646"/>
                  </a:lnTo>
                  <a:lnTo>
                    <a:pt x="9099" y="4531"/>
                  </a:lnTo>
                  <a:lnTo>
                    <a:pt x="9176" y="4377"/>
                  </a:lnTo>
                  <a:lnTo>
                    <a:pt x="9176" y="4262"/>
                  </a:lnTo>
                  <a:lnTo>
                    <a:pt x="9176" y="4147"/>
                  </a:lnTo>
                  <a:lnTo>
                    <a:pt x="9138" y="3993"/>
                  </a:lnTo>
                  <a:lnTo>
                    <a:pt x="9061" y="3878"/>
                  </a:lnTo>
                  <a:lnTo>
                    <a:pt x="8984" y="3763"/>
                  </a:lnTo>
                  <a:lnTo>
                    <a:pt x="8869" y="3686"/>
                  </a:lnTo>
                  <a:lnTo>
                    <a:pt x="8754" y="3610"/>
                  </a:lnTo>
                  <a:lnTo>
                    <a:pt x="538" y="1"/>
                  </a:lnTo>
                  <a:close/>
                </a:path>
              </a:pathLst>
            </a:custGeom>
            <a:solidFill>
              <a:srgbClr val="144356">
                <a:alpha val="21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9E0EE57-F5C3-22B6-3BEA-FC066456A675}"/>
              </a:ext>
            </a:extLst>
          </p:cNvPr>
          <p:cNvSpPr txBox="1"/>
          <p:nvPr/>
        </p:nvSpPr>
        <p:spPr>
          <a:xfrm>
            <a:off x="8337550" y="4381500"/>
            <a:ext cx="527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ok Launch by Slidesgo">
  <a:themeElements>
    <a:clrScheme name="Simple Light">
      <a:dk1>
        <a:srgbClr val="144356"/>
      </a:dk1>
      <a:lt1>
        <a:srgbClr val="FFF6E7"/>
      </a:lt1>
      <a:dk2>
        <a:srgbClr val="FFFFFF"/>
      </a:dk2>
      <a:lt2>
        <a:srgbClr val="35A6BE"/>
      </a:lt2>
      <a:accent1>
        <a:srgbClr val="2A926E"/>
      </a:accent1>
      <a:accent2>
        <a:srgbClr val="19554F"/>
      </a:accent2>
      <a:accent3>
        <a:srgbClr val="FA5E10"/>
      </a:accent3>
      <a:accent4>
        <a:srgbClr val="FFB22E"/>
      </a:accent4>
      <a:accent5>
        <a:srgbClr val="969697"/>
      </a:accent5>
      <a:accent6>
        <a:srgbClr val="D8CBB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676</Words>
  <Application>Microsoft Office PowerPoint</Application>
  <PresentationFormat>On-screen Show (16:9)</PresentationFormat>
  <Paragraphs>71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Times New Roman</vt:lpstr>
      <vt:lpstr>Dela Gothic One</vt:lpstr>
      <vt:lpstr>Nunito Light</vt:lpstr>
      <vt:lpstr>Arial</vt:lpstr>
      <vt:lpstr>Nunito Medium</vt:lpstr>
      <vt:lpstr>Book Launch by Slidesgo</vt:lpstr>
      <vt:lpstr>Book Recommendation Platform – Project Analysis &amp; Design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Lakshmi Narayana Manukonda</dc:creator>
  <cp:revision>11</cp:revision>
  <dcterms:modified xsi:type="dcterms:W3CDTF">2025-11-03T17:26:52Z</dcterms:modified>
</cp:coreProperties>
</file>